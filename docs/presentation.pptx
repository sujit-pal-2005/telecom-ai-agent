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embeddedFontLst>
    <p:embeddedFont>
      <p:font typeface="Poppins"/>
      <p:regular r:id="rId17"/>
      <p:bold r:id="rId18"/>
      <p:italic r:id="rId19"/>
      <p:boldItalic r:id="rId20"/>
    </p:embeddedFont>
    <p:embeddedFont>
      <p:font typeface="Anaheim"/>
      <p:regular r:id="rId21"/>
      <p:bold r:id="rId22"/>
    </p:embeddedFont>
    <p:embeddedFont>
      <p:font typeface="PT Sans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B982530-5461-4D72-900A-20B9BBE79E84}">
  <a:tblStyle styleId="{7B982530-5461-4D72-900A-20B9BBE79E8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oppins-boldItalic.fntdata"/><Relationship Id="rId22" Type="http://schemas.openxmlformats.org/officeDocument/2006/relationships/font" Target="fonts/Anaheim-bold.fntdata"/><Relationship Id="rId21" Type="http://schemas.openxmlformats.org/officeDocument/2006/relationships/font" Target="fonts/Anaheim-regular.fntdata"/><Relationship Id="rId24" Type="http://schemas.openxmlformats.org/officeDocument/2006/relationships/font" Target="fonts/PTSans-bold.fntdata"/><Relationship Id="rId23" Type="http://schemas.openxmlformats.org/officeDocument/2006/relationships/font" Target="fonts/PTSans-regular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PTSans-boldItalic.fntdata"/><Relationship Id="rId25" Type="http://schemas.openxmlformats.org/officeDocument/2006/relationships/font" Target="fonts/PTSans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Poppins-regular.fntdata"/><Relationship Id="rId16" Type="http://schemas.openxmlformats.org/officeDocument/2006/relationships/slide" Target="slides/slide11.xml"/><Relationship Id="rId19" Type="http://schemas.openxmlformats.org/officeDocument/2006/relationships/font" Target="fonts/Poppins-italic.fntdata"/><Relationship Id="rId18" Type="http://schemas.openxmlformats.org/officeDocument/2006/relationships/font" Target="fonts/Poppins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4dfce81f19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" name="Google Shape;321;g4dfce81f19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d431007ba2_0_2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9" name="Google Shape;329;gd431007ba2_0_2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d431007ba2_0_2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0" name="Google Shape;340;gd431007ba2_0_2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i="1" sz="1200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g3ee98e4c46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5" name="Google Shape;355;g3ee98e4c46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i="1" sz="1200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3ee98e4c462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1" name="Google Shape;361;g3ee98e4c462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i="1" sz="1200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3402c29534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7" name="Google Shape;367;g3402c29534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g54dda1946d_6_3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2" name="Google Shape;402;g54dda1946d_6_3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g3ee98e4c462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9" name="Google Shape;409;g3ee98e4c462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g3ee98e4c462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9" name="Google Shape;419;g3ee98e4c462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g54dda1946d_6_3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9" name="Google Shape;429;g54dda1946d_6_3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g54dda1946d_4_27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7" name="Google Shape;437;g54dda1946d_4_27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6.png"/><Relationship Id="rId4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image" Target="../media/image4.png"/><Relationship Id="rId7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5.png"/><Relationship Id="rId4" Type="http://schemas.openxmlformats.org/officeDocument/2006/relationships/image" Target="../media/image1.png"/><Relationship Id="rId5" Type="http://schemas.openxmlformats.org/officeDocument/2006/relationships/image" Target="../media/image2.png"/><Relationship Id="rId6" Type="http://schemas.openxmlformats.org/officeDocument/2006/relationships/image" Target="../media/image3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5.png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4.png"/><Relationship Id="rId4" Type="http://schemas.openxmlformats.org/officeDocument/2006/relationships/image" Target="../media/image7.png"/><Relationship Id="rId5" Type="http://schemas.openxmlformats.org/officeDocument/2006/relationships/image" Target="../media/image5.png"/><Relationship Id="rId6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6.png"/><Relationship Id="rId6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6.png"/><Relationship Id="rId6" Type="http://schemas.openxmlformats.org/officeDocument/2006/relationships/image" Target="../media/image1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2.png"/><Relationship Id="rId6" Type="http://schemas.openxmlformats.org/officeDocument/2006/relationships/image" Target="../media/image6.png"/><Relationship Id="rId7" Type="http://schemas.openxmlformats.org/officeDocument/2006/relationships/image" Target="../media/image1.png"/><Relationship Id="rId8" Type="http://schemas.openxmlformats.org/officeDocument/2006/relationships/image" Target="../media/image5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5.png"/><Relationship Id="rId4" Type="http://schemas.openxmlformats.org/officeDocument/2006/relationships/image" Target="../media/image1.png"/><Relationship Id="rId5" Type="http://schemas.openxmlformats.org/officeDocument/2006/relationships/image" Target="../media/image4.png"/><Relationship Id="rId6" Type="http://schemas.openxmlformats.org/officeDocument/2006/relationships/image" Target="../media/image2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6.png"/><Relationship Id="rId6" Type="http://schemas.openxmlformats.org/officeDocument/2006/relationships/image" Target="../media/image1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4.png"/><Relationship Id="rId4" Type="http://schemas.openxmlformats.org/officeDocument/2006/relationships/image" Target="../media/image7.png"/><Relationship Id="rId5" Type="http://schemas.openxmlformats.org/officeDocument/2006/relationships/image" Target="../media/image5.png"/><Relationship Id="rId6" Type="http://schemas.openxmlformats.org/officeDocument/2006/relationships/image" Target="../media/image1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7.png"/><Relationship Id="rId4" Type="http://schemas.openxmlformats.org/officeDocument/2006/relationships/image" Target="../media/image4.png"/><Relationship Id="rId5" Type="http://schemas.openxmlformats.org/officeDocument/2006/relationships/image" Target="../media/image2.png"/><Relationship Id="rId6" Type="http://schemas.openxmlformats.org/officeDocument/2006/relationships/image" Target="../media/image6.png"/><Relationship Id="rId7" Type="http://schemas.openxmlformats.org/officeDocument/2006/relationships/image" Target="../media/image1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5.png"/><Relationship Id="rId4" Type="http://schemas.openxmlformats.org/officeDocument/2006/relationships/image" Target="../media/image1.png"/><Relationship Id="rId5" Type="http://schemas.openxmlformats.org/officeDocument/2006/relationships/image" Target="../media/image4.png"/><Relationship Id="rId6" Type="http://schemas.openxmlformats.org/officeDocument/2006/relationships/image" Target="../media/image2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1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6.png"/><Relationship Id="rId6" Type="http://schemas.openxmlformats.org/officeDocument/2006/relationships/image" Target="../media/image1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6.png"/><Relationship Id="rId4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image" Target="../media/image7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5.png"/><Relationship Id="rId4" Type="http://schemas.openxmlformats.org/officeDocument/2006/relationships/image" Target="../media/image1.png"/><Relationship Id="rId5" Type="http://schemas.openxmlformats.org/officeDocument/2006/relationships/image" Target="../media/image4.png"/><Relationship Id="rId6" Type="http://schemas.openxmlformats.org/officeDocument/2006/relationships/image" Target="../media/image2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2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5.png"/><Relationship Id="rId4" Type="http://schemas.openxmlformats.org/officeDocument/2006/relationships/image" Target="../media/image1.png"/><Relationship Id="rId5" Type="http://schemas.openxmlformats.org/officeDocument/2006/relationships/image" Target="../media/image3.png"/><Relationship Id="rId6" Type="http://schemas.openxmlformats.org/officeDocument/2006/relationships/image" Target="../media/image4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7.png"/><Relationship Id="rId4" Type="http://schemas.openxmlformats.org/officeDocument/2006/relationships/image" Target="../media/image5.png"/><Relationship Id="rId5" Type="http://schemas.openxmlformats.org/officeDocument/2006/relationships/image" Target="../media/image1.png"/><Relationship Id="rId6" Type="http://schemas.openxmlformats.org/officeDocument/2006/relationships/image" Target="../media/image4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6.png"/><Relationship Id="rId4" Type="http://schemas.openxmlformats.org/officeDocument/2006/relationships/image" Target="../media/image1.png"/><Relationship Id="rId5" Type="http://schemas.openxmlformats.org/officeDocument/2006/relationships/image" Target="../media/image4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6.png"/><Relationship Id="rId6" Type="http://schemas.openxmlformats.org/officeDocument/2006/relationships/image" Target="../media/image1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5.png"/><Relationship Id="rId4" Type="http://schemas.openxmlformats.org/officeDocument/2006/relationships/image" Target="../media/image1.png"/><Relationship Id="rId9" Type="http://schemas.openxmlformats.org/officeDocument/2006/relationships/hyperlink" Target="http://bit.ly/2TtBDfr" TargetMode="External"/><Relationship Id="rId5" Type="http://schemas.openxmlformats.org/officeDocument/2006/relationships/image" Target="../media/image6.png"/><Relationship Id="rId6" Type="http://schemas.openxmlformats.org/officeDocument/2006/relationships/image" Target="../media/image4.png"/><Relationship Id="rId7" Type="http://schemas.openxmlformats.org/officeDocument/2006/relationships/image" Target="../media/image2.png"/><Relationship Id="rId8" Type="http://schemas.openxmlformats.org/officeDocument/2006/relationships/hyperlink" Target="https://bit.ly/3A1uf1Q" TargetMode="Externa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7.png"/><Relationship Id="rId4" Type="http://schemas.openxmlformats.org/officeDocument/2006/relationships/image" Target="../media/image4.png"/><Relationship Id="rId5" Type="http://schemas.openxmlformats.org/officeDocument/2006/relationships/image" Target="../media/image1.png"/><Relationship Id="rId6" Type="http://schemas.openxmlformats.org/officeDocument/2006/relationships/image" Target="../media/image5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7.png"/><Relationship Id="rId4" Type="http://schemas.openxmlformats.org/officeDocument/2006/relationships/image" Target="../media/image4.png"/><Relationship Id="rId5" Type="http://schemas.openxmlformats.org/officeDocument/2006/relationships/image" Target="../media/image2.png"/><Relationship Id="rId6" Type="http://schemas.openxmlformats.org/officeDocument/2006/relationships/image" Target="../media/image5.png"/><Relationship Id="rId7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2"/>
          <p:cNvSpPr txBox="1"/>
          <p:nvPr>
            <p:ph type="ctrTitle"/>
          </p:nvPr>
        </p:nvSpPr>
        <p:spPr>
          <a:xfrm>
            <a:off x="972300" y="1482800"/>
            <a:ext cx="7199400" cy="147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5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972300" y="3239202"/>
            <a:ext cx="7199400" cy="4215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grpSp>
        <p:nvGrpSpPr>
          <p:cNvPr id="12" name="Google Shape;12;p2"/>
          <p:cNvGrpSpPr/>
          <p:nvPr/>
        </p:nvGrpSpPr>
        <p:grpSpPr>
          <a:xfrm>
            <a:off x="-6825" y="1613"/>
            <a:ext cx="9163538" cy="5147081"/>
            <a:chOff x="-21325" y="-6819"/>
            <a:chExt cx="9163538" cy="5147081"/>
          </a:xfrm>
        </p:grpSpPr>
        <p:grpSp>
          <p:nvGrpSpPr>
            <p:cNvPr id="13" name="Google Shape;13;p2"/>
            <p:cNvGrpSpPr/>
            <p:nvPr/>
          </p:nvGrpSpPr>
          <p:grpSpPr>
            <a:xfrm>
              <a:off x="2626712" y="4610687"/>
              <a:ext cx="6515501" cy="529575"/>
              <a:chOff x="2626712" y="4610687"/>
              <a:chExt cx="6515501" cy="529575"/>
            </a:xfrm>
          </p:grpSpPr>
          <p:pic>
            <p:nvPicPr>
              <p:cNvPr id="14" name="Google Shape;14;p2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 rot="10800000">
                <a:off x="2626712" y="4610687"/>
                <a:ext cx="6515501" cy="5295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5" name="Google Shape;15;p2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 rot="10800000">
                <a:off x="7293388" y="4840980"/>
                <a:ext cx="1585464" cy="690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6" name="Google Shape;16;p2"/>
            <p:cNvGrpSpPr/>
            <p:nvPr/>
          </p:nvGrpSpPr>
          <p:grpSpPr>
            <a:xfrm>
              <a:off x="-21325" y="-6819"/>
              <a:ext cx="6523526" cy="536050"/>
              <a:chOff x="-21325" y="-6819"/>
              <a:chExt cx="6523526" cy="536050"/>
            </a:xfrm>
          </p:grpSpPr>
          <p:pic>
            <p:nvPicPr>
              <p:cNvPr id="17" name="Google Shape;17;p2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-21325" y="-6819"/>
                <a:ext cx="6523526" cy="53605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8" name="Google Shape;18;p2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243800" y="239786"/>
                <a:ext cx="1585464" cy="690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19" name="Google Shape;19;p2"/>
          <p:cNvGrpSpPr/>
          <p:nvPr/>
        </p:nvGrpSpPr>
        <p:grpSpPr>
          <a:xfrm>
            <a:off x="-6819" y="-7400"/>
            <a:ext cx="9157637" cy="5158300"/>
            <a:chOff x="0" y="0"/>
            <a:chExt cx="9157637" cy="5158300"/>
          </a:xfrm>
        </p:grpSpPr>
        <p:pic>
          <p:nvPicPr>
            <p:cNvPr id="20" name="Google Shape;20;p2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7906088" y="0"/>
              <a:ext cx="1251550" cy="12515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" name="Google Shape;21;p2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0" y="3906750"/>
              <a:ext cx="1251550" cy="12515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Google Shape;23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" name="Google Shape;24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71225" y="0"/>
            <a:ext cx="972775" cy="9727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5" name="Google Shape;25;p3"/>
          <p:cNvGrpSpPr/>
          <p:nvPr/>
        </p:nvGrpSpPr>
        <p:grpSpPr>
          <a:xfrm>
            <a:off x="4303195" y="4617494"/>
            <a:ext cx="4845850" cy="529600"/>
            <a:chOff x="4296376" y="4610675"/>
            <a:chExt cx="4845850" cy="529600"/>
          </a:xfrm>
        </p:grpSpPr>
        <p:pic>
          <p:nvPicPr>
            <p:cNvPr id="26" name="Google Shape;26;p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10800000">
              <a:off x="4296376" y="4610675"/>
              <a:ext cx="4845850" cy="529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" name="Google Shape;27;p3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10800000">
              <a:off x="7293388" y="4840980"/>
              <a:ext cx="1585464" cy="69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8" name="Google Shape;28;p3"/>
          <p:cNvSpPr txBox="1"/>
          <p:nvPr>
            <p:ph type="title"/>
          </p:nvPr>
        </p:nvSpPr>
        <p:spPr>
          <a:xfrm>
            <a:off x="4047175" y="2409650"/>
            <a:ext cx="4383600" cy="139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9" name="Google Shape;29;p3"/>
          <p:cNvSpPr txBox="1"/>
          <p:nvPr>
            <p:ph hasCustomPrompt="1" idx="2" type="title"/>
          </p:nvPr>
        </p:nvSpPr>
        <p:spPr>
          <a:xfrm>
            <a:off x="5690275" y="1037350"/>
            <a:ext cx="1097400" cy="1097400"/>
          </a:xfrm>
          <a:prstGeom prst="rect">
            <a:avLst/>
          </a:prstGeom>
          <a:solidFill>
            <a:schemeClr val="lt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0" name="Google Shape;30;p3"/>
          <p:cNvSpPr/>
          <p:nvPr>
            <p:ph idx="3" type="pic"/>
          </p:nvPr>
        </p:nvSpPr>
        <p:spPr>
          <a:xfrm>
            <a:off x="713225" y="539500"/>
            <a:ext cx="2760600" cy="40644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Google Shape;32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4"/>
          <p:cNvSpPr txBox="1"/>
          <p:nvPr>
            <p:ph type="title"/>
          </p:nvPr>
        </p:nvSpPr>
        <p:spPr>
          <a:xfrm>
            <a:off x="713225" y="1099175"/>
            <a:ext cx="3171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34" name="Google Shape;34;p4"/>
          <p:cNvGrpSpPr/>
          <p:nvPr/>
        </p:nvGrpSpPr>
        <p:grpSpPr>
          <a:xfrm flipH="1">
            <a:off x="2620475" y="0"/>
            <a:ext cx="6523526" cy="369900"/>
            <a:chOff x="0" y="0"/>
            <a:chExt cx="6523526" cy="369900"/>
          </a:xfrm>
        </p:grpSpPr>
        <p:pic>
          <p:nvPicPr>
            <p:cNvPr id="35" name="Google Shape;35;p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0" y="0"/>
              <a:ext cx="6523526" cy="3699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6" name="Google Shape;36;p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5125" y="150455"/>
              <a:ext cx="1585464" cy="690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37" name="Google Shape;37;p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 rot="5400000">
            <a:off x="0" y="4170737"/>
            <a:ext cx="972775" cy="972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" name="Google Shape;38;p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249350" y="3712050"/>
            <a:ext cx="1768001" cy="135057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4"/>
          <p:cNvSpPr txBox="1"/>
          <p:nvPr>
            <p:ph idx="1" type="subTitle"/>
          </p:nvPr>
        </p:nvSpPr>
        <p:spPr>
          <a:xfrm>
            <a:off x="713225" y="2630525"/>
            <a:ext cx="3171900" cy="163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Google Shape;41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5"/>
          <p:cNvSpPr txBox="1"/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idx="1" type="subTitle"/>
          </p:nvPr>
        </p:nvSpPr>
        <p:spPr>
          <a:xfrm>
            <a:off x="3553500" y="3054555"/>
            <a:ext cx="4787100" cy="90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4" name="Google Shape;44;p5"/>
          <p:cNvSpPr txBox="1"/>
          <p:nvPr>
            <p:ph idx="2" type="subTitle"/>
          </p:nvPr>
        </p:nvSpPr>
        <p:spPr>
          <a:xfrm>
            <a:off x="3553500" y="1649136"/>
            <a:ext cx="4787100" cy="90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5" name="Google Shape;45;p5"/>
          <p:cNvSpPr txBox="1"/>
          <p:nvPr>
            <p:ph idx="3" type="subTitle"/>
          </p:nvPr>
        </p:nvSpPr>
        <p:spPr>
          <a:xfrm>
            <a:off x="1859700" y="1649136"/>
            <a:ext cx="1541400" cy="90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18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46" name="Google Shape;46;p5"/>
          <p:cNvSpPr txBox="1"/>
          <p:nvPr>
            <p:ph idx="4" type="subTitle"/>
          </p:nvPr>
        </p:nvSpPr>
        <p:spPr>
          <a:xfrm>
            <a:off x="1859700" y="3054549"/>
            <a:ext cx="1541400" cy="90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18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grpSp>
        <p:nvGrpSpPr>
          <p:cNvPr id="47" name="Google Shape;47;p5"/>
          <p:cNvGrpSpPr/>
          <p:nvPr/>
        </p:nvGrpSpPr>
        <p:grpSpPr>
          <a:xfrm rot="10800000">
            <a:off x="2620475" y="4773475"/>
            <a:ext cx="6523526" cy="369900"/>
            <a:chOff x="0" y="0"/>
            <a:chExt cx="6523526" cy="369900"/>
          </a:xfrm>
        </p:grpSpPr>
        <p:pic>
          <p:nvPicPr>
            <p:cNvPr id="48" name="Google Shape;48;p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0" y="0"/>
              <a:ext cx="6523526" cy="3699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9" name="Google Shape;49;p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5125" y="150455"/>
              <a:ext cx="1585464" cy="690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50" name="Google Shape;50;p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4170737"/>
            <a:ext cx="972775" cy="972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Google Shape;52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 txBox="1"/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pic>
        <p:nvPicPr>
          <p:cNvPr id="54" name="Google Shape;54;p6"/>
          <p:cNvPicPr preferRelativeResize="0"/>
          <p:nvPr/>
        </p:nvPicPr>
        <p:blipFill rotWithShape="1">
          <a:blip r:embed="rId3">
            <a:alphaModFix/>
          </a:blip>
          <a:srcRect b="18270" l="31652" r="0" t="131"/>
          <a:stretch/>
        </p:blipFill>
        <p:spPr>
          <a:xfrm flipH="1" rot="10800000">
            <a:off x="8199274" y="11375"/>
            <a:ext cx="1173326" cy="1070099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10800000">
            <a:off x="-1" y="4170725"/>
            <a:ext cx="972775" cy="972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Google Shape;57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/>
          <p:nvPr>
            <p:ph type="title"/>
          </p:nvPr>
        </p:nvSpPr>
        <p:spPr>
          <a:xfrm>
            <a:off x="713225" y="987538"/>
            <a:ext cx="4294800" cy="106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59" name="Google Shape;59;p7"/>
          <p:cNvSpPr txBox="1"/>
          <p:nvPr>
            <p:ph idx="1" type="subTitle"/>
          </p:nvPr>
        </p:nvSpPr>
        <p:spPr>
          <a:xfrm>
            <a:off x="713225" y="2109663"/>
            <a:ext cx="4294800" cy="250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/>
            </a:lvl1pPr>
            <a:lvl2pPr lvl="1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lphaLcPeriod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romanLcPeriod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rabicPeriod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lphaLcPeriod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romanLcPeriod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arabicPeriod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alphaLcPeriod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romanLcPeriod"/>
              <a:defRPr/>
            </a:lvl9pPr>
          </a:lstStyle>
          <a:p/>
        </p:txBody>
      </p:sp>
      <p:sp>
        <p:nvSpPr>
          <p:cNvPr id="60" name="Google Shape;60;p7"/>
          <p:cNvSpPr/>
          <p:nvPr>
            <p:ph idx="2" type="pic"/>
          </p:nvPr>
        </p:nvSpPr>
        <p:spPr>
          <a:xfrm>
            <a:off x="5643775" y="539500"/>
            <a:ext cx="2787000" cy="40644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  <p:pic>
        <p:nvPicPr>
          <p:cNvPr id="61" name="Google Shape;61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 rot="-5400000">
            <a:off x="-25" y="4170725"/>
            <a:ext cx="972775" cy="972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62;p7"/>
          <p:cNvPicPr preferRelativeResize="0"/>
          <p:nvPr/>
        </p:nvPicPr>
        <p:blipFill rotWithShape="1">
          <a:blip r:embed="rId4">
            <a:alphaModFix/>
          </a:blip>
          <a:srcRect b="130" l="0" r="0" t="130"/>
          <a:stretch/>
        </p:blipFill>
        <p:spPr>
          <a:xfrm rot="-5400000">
            <a:off x="7509601" y="3503753"/>
            <a:ext cx="1716695" cy="130794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3" name="Google Shape;63;p7"/>
          <p:cNvGrpSpPr/>
          <p:nvPr/>
        </p:nvGrpSpPr>
        <p:grpSpPr>
          <a:xfrm>
            <a:off x="0" y="0"/>
            <a:ext cx="5837899" cy="536050"/>
            <a:chOff x="0" y="0"/>
            <a:chExt cx="5837899" cy="536050"/>
          </a:xfrm>
        </p:grpSpPr>
        <p:pic>
          <p:nvPicPr>
            <p:cNvPr id="64" name="Google Shape;64;p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0" y="0"/>
              <a:ext cx="5837899" cy="5360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5" name="Google Shape;65;p7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265125" y="246605"/>
              <a:ext cx="1585464" cy="69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8"/>
          <p:cNvSpPr txBox="1"/>
          <p:nvPr>
            <p:ph type="title"/>
          </p:nvPr>
        </p:nvSpPr>
        <p:spPr>
          <a:xfrm>
            <a:off x="2317950" y="1307100"/>
            <a:ext cx="4508100" cy="252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pic>
        <p:nvPicPr>
          <p:cNvPr id="69" name="Google Shape;69;p8"/>
          <p:cNvPicPr preferRelativeResize="0"/>
          <p:nvPr/>
        </p:nvPicPr>
        <p:blipFill rotWithShape="1">
          <a:blip r:embed="rId3">
            <a:alphaModFix/>
          </a:blip>
          <a:srcRect b="22420" l="0" r="0" t="0"/>
          <a:stretch/>
        </p:blipFill>
        <p:spPr>
          <a:xfrm rot="5400000">
            <a:off x="-257665" y="461283"/>
            <a:ext cx="1768000" cy="1047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10800000">
            <a:off x="7890675" y="0"/>
            <a:ext cx="1251550" cy="12515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1" name="Google Shape;71;p8"/>
          <p:cNvGrpSpPr/>
          <p:nvPr/>
        </p:nvGrpSpPr>
        <p:grpSpPr>
          <a:xfrm>
            <a:off x="3881699" y="4752250"/>
            <a:ext cx="5260526" cy="388025"/>
            <a:chOff x="3881699" y="4752250"/>
            <a:chExt cx="5260526" cy="388025"/>
          </a:xfrm>
        </p:grpSpPr>
        <p:pic>
          <p:nvPicPr>
            <p:cNvPr id="72" name="Google Shape;72;p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10800000">
              <a:off x="3881699" y="4752250"/>
              <a:ext cx="5260526" cy="3880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3" name="Google Shape;73;p8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 rot="10800000">
              <a:off x="7293388" y="4911768"/>
              <a:ext cx="1585464" cy="69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9"/>
          <p:cNvSpPr txBox="1"/>
          <p:nvPr>
            <p:ph type="title"/>
          </p:nvPr>
        </p:nvSpPr>
        <p:spPr>
          <a:xfrm>
            <a:off x="2135550" y="1189100"/>
            <a:ext cx="4872900" cy="196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77" name="Google Shape;77;p9"/>
          <p:cNvSpPr txBox="1"/>
          <p:nvPr>
            <p:ph idx="1" type="subTitle"/>
          </p:nvPr>
        </p:nvSpPr>
        <p:spPr>
          <a:xfrm>
            <a:off x="2135550" y="3153500"/>
            <a:ext cx="4872900" cy="67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grpSp>
        <p:nvGrpSpPr>
          <p:cNvPr id="78" name="Google Shape;78;p9"/>
          <p:cNvGrpSpPr/>
          <p:nvPr/>
        </p:nvGrpSpPr>
        <p:grpSpPr>
          <a:xfrm>
            <a:off x="-1" y="2100"/>
            <a:ext cx="9144001" cy="5141388"/>
            <a:chOff x="-1" y="2100"/>
            <a:chExt cx="9144001" cy="5141388"/>
          </a:xfrm>
        </p:grpSpPr>
        <p:pic>
          <p:nvPicPr>
            <p:cNvPr id="79" name="Google Shape;79;p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flipH="1" rot="5400000">
              <a:off x="8171225" y="2100"/>
              <a:ext cx="972775" cy="9727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0" name="Google Shape;80;p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flipH="1" rot="5400000">
              <a:off x="-1" y="4170713"/>
              <a:ext cx="972775" cy="9727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81" name="Google Shape;81;p9"/>
          <p:cNvGrpSpPr/>
          <p:nvPr/>
        </p:nvGrpSpPr>
        <p:grpSpPr>
          <a:xfrm rot="10800000">
            <a:off x="0" y="2100"/>
            <a:ext cx="4881173" cy="365700"/>
            <a:chOff x="4261050" y="4610675"/>
            <a:chExt cx="4881173" cy="365700"/>
          </a:xfrm>
        </p:grpSpPr>
        <p:pic>
          <p:nvPicPr>
            <p:cNvPr id="82" name="Google Shape;82;p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10800000">
              <a:off x="4261050" y="4610675"/>
              <a:ext cx="4881173" cy="3657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3" name="Google Shape;83;p9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 rot="10800000">
              <a:off x="7293388" y="4759030"/>
              <a:ext cx="1585464" cy="69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0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86" name="Google Shape;86;p10"/>
          <p:cNvSpPr txBox="1"/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solidFill>
            <a:schemeClr val="accent2"/>
          </a:solidFill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1"/>
          <p:cNvSpPr txBox="1"/>
          <p:nvPr>
            <p:ph hasCustomPrompt="1" type="title"/>
          </p:nvPr>
        </p:nvSpPr>
        <p:spPr>
          <a:xfrm>
            <a:off x="2476500" y="1872450"/>
            <a:ext cx="4191000" cy="10437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90" name="Google Shape;90;p11"/>
          <p:cNvSpPr txBox="1"/>
          <p:nvPr>
            <p:ph idx="1" type="subTitle"/>
          </p:nvPr>
        </p:nvSpPr>
        <p:spPr>
          <a:xfrm>
            <a:off x="2476500" y="2839950"/>
            <a:ext cx="4191000" cy="43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pic>
        <p:nvPicPr>
          <p:cNvPr id="91" name="Google Shape;91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170784" y="263618"/>
            <a:ext cx="1768000" cy="13505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2" name="Google Shape;92;p11"/>
          <p:cNvGrpSpPr/>
          <p:nvPr/>
        </p:nvGrpSpPr>
        <p:grpSpPr>
          <a:xfrm flipH="1">
            <a:off x="0" y="0"/>
            <a:ext cx="9144000" cy="5158300"/>
            <a:chOff x="0" y="0"/>
            <a:chExt cx="9144000" cy="5158300"/>
          </a:xfrm>
        </p:grpSpPr>
        <p:pic>
          <p:nvPicPr>
            <p:cNvPr id="93" name="Google Shape;93;p1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7892450" y="0"/>
              <a:ext cx="1251550" cy="12515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4" name="Google Shape;94;p11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0" y="3906750"/>
              <a:ext cx="1251550" cy="12515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95" name="Google Shape;95;p11"/>
          <p:cNvGrpSpPr/>
          <p:nvPr/>
        </p:nvGrpSpPr>
        <p:grpSpPr>
          <a:xfrm flipH="1">
            <a:off x="-5031" y="0"/>
            <a:ext cx="9149031" cy="5153900"/>
            <a:chOff x="0" y="0"/>
            <a:chExt cx="9149031" cy="5153900"/>
          </a:xfrm>
        </p:grpSpPr>
        <p:grpSp>
          <p:nvGrpSpPr>
            <p:cNvPr id="96" name="Google Shape;96;p11"/>
            <p:cNvGrpSpPr/>
            <p:nvPr/>
          </p:nvGrpSpPr>
          <p:grpSpPr>
            <a:xfrm>
              <a:off x="2633530" y="4624325"/>
              <a:ext cx="6515501" cy="529575"/>
              <a:chOff x="2633530" y="4624325"/>
              <a:chExt cx="6515501" cy="529575"/>
            </a:xfrm>
          </p:grpSpPr>
          <p:pic>
            <p:nvPicPr>
              <p:cNvPr id="97" name="Google Shape;97;p11"/>
              <p:cNvPicPr preferRelativeResize="0"/>
              <p:nvPr/>
            </p:nvPicPr>
            <p:blipFill>
              <a:blip r:embed="rId6">
                <a:alphaModFix/>
              </a:blip>
              <a:stretch>
                <a:fillRect/>
              </a:stretch>
            </p:blipFill>
            <p:spPr>
              <a:xfrm rot="10800000">
                <a:off x="2633530" y="4624325"/>
                <a:ext cx="6515501" cy="5295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98" name="Google Shape;98;p11"/>
              <p:cNvPicPr preferRelativeResize="0"/>
              <p:nvPr/>
            </p:nvPicPr>
            <p:blipFill>
              <a:blip r:embed="rId7">
                <a:alphaModFix/>
              </a:blip>
              <a:stretch>
                <a:fillRect/>
              </a:stretch>
            </p:blipFill>
            <p:spPr>
              <a:xfrm rot="10800000">
                <a:off x="7300206" y="4854618"/>
                <a:ext cx="1585464" cy="690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99" name="Google Shape;99;p11"/>
            <p:cNvGrpSpPr/>
            <p:nvPr/>
          </p:nvGrpSpPr>
          <p:grpSpPr>
            <a:xfrm>
              <a:off x="0" y="0"/>
              <a:ext cx="6523526" cy="536050"/>
              <a:chOff x="0" y="0"/>
              <a:chExt cx="6523526" cy="536050"/>
            </a:xfrm>
          </p:grpSpPr>
          <p:pic>
            <p:nvPicPr>
              <p:cNvPr id="100" name="Google Shape;100;p11"/>
              <p:cNvPicPr preferRelativeResize="0"/>
              <p:nvPr/>
            </p:nvPicPr>
            <p:blipFill>
              <a:blip r:embed="rId8">
                <a:alphaModFix/>
              </a:blip>
              <a:stretch>
                <a:fillRect/>
              </a:stretch>
            </p:blipFill>
            <p:spPr>
              <a:xfrm>
                <a:off x="0" y="0"/>
                <a:ext cx="6523526" cy="53605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01" name="Google Shape;101;p11"/>
              <p:cNvPicPr preferRelativeResize="0"/>
              <p:nvPr/>
            </p:nvPicPr>
            <p:blipFill>
              <a:blip r:embed="rId7">
                <a:alphaModFix/>
              </a:blip>
              <a:stretch>
                <a:fillRect/>
              </a:stretch>
            </p:blipFill>
            <p:spPr>
              <a:xfrm>
                <a:off x="265125" y="246605"/>
                <a:ext cx="1585464" cy="690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1_1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3"/>
          <p:cNvSpPr txBox="1"/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06" name="Google Shape;106;p13"/>
          <p:cNvSpPr txBox="1"/>
          <p:nvPr>
            <p:ph hasCustomPrompt="1" idx="2" type="title"/>
          </p:nvPr>
        </p:nvSpPr>
        <p:spPr>
          <a:xfrm>
            <a:off x="3759205" y="1699096"/>
            <a:ext cx="694800" cy="694800"/>
          </a:xfrm>
          <a:prstGeom prst="rect">
            <a:avLst/>
          </a:prstGeom>
          <a:solidFill>
            <a:schemeClr val="lt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7" name="Google Shape;107;p13"/>
          <p:cNvSpPr txBox="1"/>
          <p:nvPr>
            <p:ph hasCustomPrompt="1" idx="3" type="title"/>
          </p:nvPr>
        </p:nvSpPr>
        <p:spPr>
          <a:xfrm>
            <a:off x="4690005" y="1699096"/>
            <a:ext cx="694800" cy="694800"/>
          </a:xfrm>
          <a:prstGeom prst="rect">
            <a:avLst/>
          </a:prstGeom>
          <a:solidFill>
            <a:schemeClr val="lt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8" name="Google Shape;108;p13"/>
          <p:cNvSpPr txBox="1"/>
          <p:nvPr>
            <p:ph hasCustomPrompt="1" idx="4" type="title"/>
          </p:nvPr>
        </p:nvSpPr>
        <p:spPr>
          <a:xfrm>
            <a:off x="3759193" y="2781754"/>
            <a:ext cx="694800" cy="694800"/>
          </a:xfrm>
          <a:prstGeom prst="rect">
            <a:avLst/>
          </a:prstGeom>
          <a:solidFill>
            <a:schemeClr val="lt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9" name="Google Shape;109;p13"/>
          <p:cNvSpPr txBox="1"/>
          <p:nvPr>
            <p:ph hasCustomPrompt="1" idx="5" type="title"/>
          </p:nvPr>
        </p:nvSpPr>
        <p:spPr>
          <a:xfrm>
            <a:off x="4689993" y="2781754"/>
            <a:ext cx="694800" cy="694800"/>
          </a:xfrm>
          <a:prstGeom prst="rect">
            <a:avLst/>
          </a:prstGeom>
          <a:solidFill>
            <a:schemeClr val="lt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10" name="Google Shape;110;p13"/>
          <p:cNvSpPr txBox="1"/>
          <p:nvPr>
            <p:ph hasCustomPrompt="1" idx="6" type="title"/>
          </p:nvPr>
        </p:nvSpPr>
        <p:spPr>
          <a:xfrm>
            <a:off x="3759207" y="3864413"/>
            <a:ext cx="694800" cy="694800"/>
          </a:xfrm>
          <a:prstGeom prst="rect">
            <a:avLst/>
          </a:prstGeom>
          <a:solidFill>
            <a:schemeClr val="lt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11" name="Google Shape;111;p13"/>
          <p:cNvSpPr txBox="1"/>
          <p:nvPr>
            <p:ph hasCustomPrompt="1" idx="7" type="title"/>
          </p:nvPr>
        </p:nvSpPr>
        <p:spPr>
          <a:xfrm>
            <a:off x="4690007" y="3864413"/>
            <a:ext cx="694800" cy="694800"/>
          </a:xfrm>
          <a:prstGeom prst="rect">
            <a:avLst/>
          </a:prstGeom>
          <a:solidFill>
            <a:schemeClr val="lt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12" name="Google Shape;112;p13"/>
          <p:cNvSpPr txBox="1"/>
          <p:nvPr>
            <p:ph idx="1" type="subTitle"/>
          </p:nvPr>
        </p:nvSpPr>
        <p:spPr>
          <a:xfrm>
            <a:off x="1280600" y="1699100"/>
            <a:ext cx="2288100" cy="69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18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113" name="Google Shape;113;p13"/>
          <p:cNvSpPr txBox="1"/>
          <p:nvPr>
            <p:ph idx="8" type="subTitle"/>
          </p:nvPr>
        </p:nvSpPr>
        <p:spPr>
          <a:xfrm>
            <a:off x="1280600" y="2781762"/>
            <a:ext cx="2288100" cy="69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18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114" name="Google Shape;114;p13"/>
          <p:cNvSpPr txBox="1"/>
          <p:nvPr>
            <p:ph idx="9" type="subTitle"/>
          </p:nvPr>
        </p:nvSpPr>
        <p:spPr>
          <a:xfrm>
            <a:off x="1280600" y="3864423"/>
            <a:ext cx="2288100" cy="69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18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115" name="Google Shape;115;p13"/>
          <p:cNvSpPr txBox="1"/>
          <p:nvPr>
            <p:ph idx="13" type="subTitle"/>
          </p:nvPr>
        </p:nvSpPr>
        <p:spPr>
          <a:xfrm>
            <a:off x="5575300" y="1699096"/>
            <a:ext cx="2288100" cy="69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18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116" name="Google Shape;116;p13"/>
          <p:cNvSpPr txBox="1"/>
          <p:nvPr>
            <p:ph idx="14" type="subTitle"/>
          </p:nvPr>
        </p:nvSpPr>
        <p:spPr>
          <a:xfrm>
            <a:off x="5575300" y="2781754"/>
            <a:ext cx="2288100" cy="69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18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117" name="Google Shape;117;p13"/>
          <p:cNvSpPr txBox="1"/>
          <p:nvPr>
            <p:ph idx="15" type="subTitle"/>
          </p:nvPr>
        </p:nvSpPr>
        <p:spPr>
          <a:xfrm>
            <a:off x="5575300" y="3864413"/>
            <a:ext cx="2288100" cy="69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18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grpSp>
        <p:nvGrpSpPr>
          <p:cNvPr id="118" name="Google Shape;118;p13"/>
          <p:cNvGrpSpPr/>
          <p:nvPr/>
        </p:nvGrpSpPr>
        <p:grpSpPr>
          <a:xfrm flipH="1">
            <a:off x="2620475" y="0"/>
            <a:ext cx="6523526" cy="369900"/>
            <a:chOff x="0" y="0"/>
            <a:chExt cx="6523526" cy="369900"/>
          </a:xfrm>
        </p:grpSpPr>
        <p:pic>
          <p:nvPicPr>
            <p:cNvPr id="119" name="Google Shape;119;p1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0" y="0"/>
              <a:ext cx="6523526" cy="3699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0" name="Google Shape;120;p1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5125" y="150455"/>
              <a:ext cx="1585464" cy="690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21" name="Google Shape;121;p13"/>
          <p:cNvGrpSpPr/>
          <p:nvPr/>
        </p:nvGrpSpPr>
        <p:grpSpPr>
          <a:xfrm flipH="1">
            <a:off x="0" y="0"/>
            <a:ext cx="9144000" cy="5143512"/>
            <a:chOff x="0" y="0"/>
            <a:chExt cx="9144000" cy="5143512"/>
          </a:xfrm>
        </p:grpSpPr>
        <p:pic>
          <p:nvPicPr>
            <p:cNvPr id="122" name="Google Shape;122;p13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8171225" y="0"/>
              <a:ext cx="972775" cy="9727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3" name="Google Shape;123;p13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0" y="4170737"/>
              <a:ext cx="972775" cy="97277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_4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4"/>
          <p:cNvSpPr txBox="1"/>
          <p:nvPr>
            <p:ph type="title"/>
          </p:nvPr>
        </p:nvSpPr>
        <p:spPr>
          <a:xfrm>
            <a:off x="3835425" y="801507"/>
            <a:ext cx="4089300" cy="1055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27" name="Google Shape;127;p14"/>
          <p:cNvSpPr txBox="1"/>
          <p:nvPr>
            <p:ph idx="1" type="subTitle"/>
          </p:nvPr>
        </p:nvSpPr>
        <p:spPr>
          <a:xfrm>
            <a:off x="3835425" y="1898175"/>
            <a:ext cx="4089300" cy="21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lphaLcPeriod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romanLcPeriod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lphaLcPeriod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romanLcPeriod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lphaLcPeriod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romanLcPeriod"/>
              <a:defRPr/>
            </a:lvl9pPr>
          </a:lstStyle>
          <a:p/>
        </p:txBody>
      </p:sp>
      <p:pic>
        <p:nvPicPr>
          <p:cNvPr id="128" name="Google Shape;128;p14"/>
          <p:cNvPicPr preferRelativeResize="0"/>
          <p:nvPr/>
        </p:nvPicPr>
        <p:blipFill rotWithShape="1">
          <a:blip r:embed="rId3">
            <a:alphaModFix/>
          </a:blip>
          <a:srcRect b="22420" l="0" r="0" t="0"/>
          <a:stretch/>
        </p:blipFill>
        <p:spPr>
          <a:xfrm rot="5400000">
            <a:off x="-257665" y="461283"/>
            <a:ext cx="1768000" cy="1047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10800000">
            <a:off x="7890675" y="0"/>
            <a:ext cx="1251550" cy="12515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0" name="Google Shape;130;p14"/>
          <p:cNvGrpSpPr/>
          <p:nvPr/>
        </p:nvGrpSpPr>
        <p:grpSpPr>
          <a:xfrm>
            <a:off x="3881699" y="4752250"/>
            <a:ext cx="5260526" cy="388025"/>
            <a:chOff x="3881699" y="4752250"/>
            <a:chExt cx="5260526" cy="388025"/>
          </a:xfrm>
        </p:grpSpPr>
        <p:pic>
          <p:nvPicPr>
            <p:cNvPr id="131" name="Google Shape;131;p14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10800000">
              <a:off x="3881699" y="4752250"/>
              <a:ext cx="5260526" cy="3880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2" name="Google Shape;132;p14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 rot="10800000">
              <a:off x="7293388" y="4911768"/>
              <a:ext cx="1585464" cy="69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ONE_COLUMN_TEXT_1"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5"/>
          <p:cNvSpPr txBox="1"/>
          <p:nvPr>
            <p:ph type="title"/>
          </p:nvPr>
        </p:nvSpPr>
        <p:spPr>
          <a:xfrm>
            <a:off x="713225" y="987538"/>
            <a:ext cx="4294800" cy="106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36" name="Google Shape;136;p15"/>
          <p:cNvSpPr txBox="1"/>
          <p:nvPr>
            <p:ph idx="1" type="subTitle"/>
          </p:nvPr>
        </p:nvSpPr>
        <p:spPr>
          <a:xfrm>
            <a:off x="713225" y="2109663"/>
            <a:ext cx="4294800" cy="250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/>
            </a:lvl1pPr>
            <a:lvl2pPr lvl="1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lphaLcPeriod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romanLcPeriod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rabicPeriod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lphaLcPeriod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romanLcPeriod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arabicPeriod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alphaLcPeriod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romanLcPeriod"/>
              <a:defRPr/>
            </a:lvl9pPr>
          </a:lstStyle>
          <a:p/>
        </p:txBody>
      </p:sp>
      <p:sp>
        <p:nvSpPr>
          <p:cNvPr id="137" name="Google Shape;137;p15"/>
          <p:cNvSpPr/>
          <p:nvPr>
            <p:ph idx="2" type="pic"/>
          </p:nvPr>
        </p:nvSpPr>
        <p:spPr>
          <a:xfrm>
            <a:off x="5643775" y="539500"/>
            <a:ext cx="2787000" cy="40644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  <p:pic>
        <p:nvPicPr>
          <p:cNvPr id="138" name="Google Shape;13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 rot="-5400000">
            <a:off x="-25" y="4170725"/>
            <a:ext cx="972775" cy="972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15"/>
          <p:cNvPicPr preferRelativeResize="0"/>
          <p:nvPr/>
        </p:nvPicPr>
        <p:blipFill rotWithShape="1">
          <a:blip r:embed="rId4">
            <a:alphaModFix/>
          </a:blip>
          <a:srcRect b="130" l="0" r="0" t="130"/>
          <a:stretch/>
        </p:blipFill>
        <p:spPr>
          <a:xfrm rot="-5400000">
            <a:off x="7509601" y="3503753"/>
            <a:ext cx="1716695" cy="130794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0" name="Google Shape;140;p15"/>
          <p:cNvGrpSpPr/>
          <p:nvPr/>
        </p:nvGrpSpPr>
        <p:grpSpPr>
          <a:xfrm>
            <a:off x="0" y="0"/>
            <a:ext cx="5837899" cy="536050"/>
            <a:chOff x="0" y="0"/>
            <a:chExt cx="5837899" cy="536050"/>
          </a:xfrm>
        </p:grpSpPr>
        <p:pic>
          <p:nvPicPr>
            <p:cNvPr id="141" name="Google Shape;141;p1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0" y="0"/>
              <a:ext cx="5837899" cy="5360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2" name="Google Shape;142;p15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265125" y="246605"/>
              <a:ext cx="1585464" cy="69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43" name="Google Shape;143;p15"/>
          <p:cNvSpPr txBox="1"/>
          <p:nvPr>
            <p:ph idx="3" type="subTitle"/>
          </p:nvPr>
        </p:nvSpPr>
        <p:spPr>
          <a:xfrm>
            <a:off x="713225" y="2109675"/>
            <a:ext cx="4294800" cy="250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/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lphaLcPeriod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romanLcPeriod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rabicPeriod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lphaLcPeriod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romanLcPeriod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arabicPeriod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alphaLcPeriod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romanLcPeriod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4_1"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6"/>
          <p:cNvSpPr txBox="1"/>
          <p:nvPr>
            <p:ph type="title"/>
          </p:nvPr>
        </p:nvSpPr>
        <p:spPr>
          <a:xfrm>
            <a:off x="6001375" y="539500"/>
            <a:ext cx="2429400" cy="1078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47" name="Google Shape;147;p16"/>
          <p:cNvSpPr txBox="1"/>
          <p:nvPr>
            <p:ph idx="1" type="subTitle"/>
          </p:nvPr>
        </p:nvSpPr>
        <p:spPr>
          <a:xfrm>
            <a:off x="6001375" y="1515400"/>
            <a:ext cx="2429400" cy="12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48" name="Google Shape;148;p16"/>
          <p:cNvSpPr/>
          <p:nvPr>
            <p:ph idx="2" type="pic"/>
          </p:nvPr>
        </p:nvSpPr>
        <p:spPr>
          <a:xfrm>
            <a:off x="713225" y="539500"/>
            <a:ext cx="2801100" cy="40647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  <p:sp>
        <p:nvSpPr>
          <p:cNvPr id="149" name="Google Shape;149;p16"/>
          <p:cNvSpPr/>
          <p:nvPr>
            <p:ph idx="3" type="pic"/>
          </p:nvPr>
        </p:nvSpPr>
        <p:spPr>
          <a:xfrm>
            <a:off x="3595575" y="539500"/>
            <a:ext cx="2191200" cy="23283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  <p:sp>
        <p:nvSpPr>
          <p:cNvPr id="150" name="Google Shape;150;p16"/>
          <p:cNvSpPr/>
          <p:nvPr>
            <p:ph idx="4" type="pic"/>
          </p:nvPr>
        </p:nvSpPr>
        <p:spPr>
          <a:xfrm>
            <a:off x="3595575" y="2953775"/>
            <a:ext cx="4835100" cy="16503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  <p:pic>
        <p:nvPicPr>
          <p:cNvPr id="151" name="Google Shape;151;p16"/>
          <p:cNvPicPr preferRelativeResize="0"/>
          <p:nvPr/>
        </p:nvPicPr>
        <p:blipFill rotWithShape="1">
          <a:blip r:embed="rId3">
            <a:alphaModFix/>
          </a:blip>
          <a:srcRect b="130" l="73637" r="0" t="130"/>
          <a:stretch/>
        </p:blipFill>
        <p:spPr>
          <a:xfrm>
            <a:off x="10239" y="3372450"/>
            <a:ext cx="452574" cy="130795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2" name="Google Shape;152;p16"/>
          <p:cNvGrpSpPr/>
          <p:nvPr/>
        </p:nvGrpSpPr>
        <p:grpSpPr>
          <a:xfrm>
            <a:off x="-1" y="2100"/>
            <a:ext cx="9144001" cy="5141388"/>
            <a:chOff x="-1" y="2100"/>
            <a:chExt cx="9144001" cy="5141388"/>
          </a:xfrm>
        </p:grpSpPr>
        <p:pic>
          <p:nvPicPr>
            <p:cNvPr id="153" name="Google Shape;153;p1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flipH="1" rot="5400000">
              <a:off x="8171225" y="2100"/>
              <a:ext cx="972775" cy="9727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4" name="Google Shape;154;p16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flipH="1" rot="5400000">
              <a:off x="-1" y="4170713"/>
              <a:ext cx="972775" cy="9727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55" name="Google Shape;155;p16"/>
          <p:cNvGrpSpPr/>
          <p:nvPr/>
        </p:nvGrpSpPr>
        <p:grpSpPr>
          <a:xfrm>
            <a:off x="5356527" y="4752250"/>
            <a:ext cx="3785698" cy="388025"/>
            <a:chOff x="5356527" y="4752250"/>
            <a:chExt cx="3785698" cy="388025"/>
          </a:xfrm>
        </p:grpSpPr>
        <p:pic>
          <p:nvPicPr>
            <p:cNvPr id="156" name="Google Shape;156;p16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 rot="10800000">
              <a:off x="5356527" y="4752250"/>
              <a:ext cx="3785698" cy="3880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7" name="Google Shape;157;p16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 rot="10800000">
              <a:off x="7293388" y="4911768"/>
              <a:ext cx="1585464" cy="69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TITLE_AND_BODY_1"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Google Shape;159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7"/>
          <p:cNvSpPr txBox="1"/>
          <p:nvPr>
            <p:ph type="title"/>
          </p:nvPr>
        </p:nvSpPr>
        <p:spPr>
          <a:xfrm>
            <a:off x="720000" y="640080"/>
            <a:ext cx="3234900" cy="111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61" name="Google Shape;161;p17"/>
          <p:cNvSpPr txBox="1"/>
          <p:nvPr>
            <p:ph idx="1" type="body"/>
          </p:nvPr>
        </p:nvSpPr>
        <p:spPr>
          <a:xfrm>
            <a:off x="720000" y="2101875"/>
            <a:ext cx="3234900" cy="124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indent="-3048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indent="-3048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indent="-3048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indent="-3048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indent="-3048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indent="-3048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indent="-3048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indent="-3048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3">
  <p:cSld name="CUSTOM_10"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Google Shape;163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8"/>
          <p:cNvSpPr txBox="1"/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165" name="Google Shape;165;p18"/>
          <p:cNvGrpSpPr/>
          <p:nvPr/>
        </p:nvGrpSpPr>
        <p:grpSpPr>
          <a:xfrm flipH="1">
            <a:off x="2620475" y="0"/>
            <a:ext cx="6523526" cy="369900"/>
            <a:chOff x="0" y="0"/>
            <a:chExt cx="6523526" cy="369900"/>
          </a:xfrm>
        </p:grpSpPr>
        <p:pic>
          <p:nvPicPr>
            <p:cNvPr id="166" name="Google Shape;166;p1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0" y="0"/>
              <a:ext cx="6523526" cy="3699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7" name="Google Shape;167;p1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5125" y="150455"/>
              <a:ext cx="1585464" cy="690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68" name="Google Shape;168;p18"/>
          <p:cNvGrpSpPr/>
          <p:nvPr/>
        </p:nvGrpSpPr>
        <p:grpSpPr>
          <a:xfrm flipH="1">
            <a:off x="0" y="0"/>
            <a:ext cx="9144000" cy="5143512"/>
            <a:chOff x="0" y="0"/>
            <a:chExt cx="9144000" cy="5143512"/>
          </a:xfrm>
        </p:grpSpPr>
        <p:pic>
          <p:nvPicPr>
            <p:cNvPr id="169" name="Google Shape;169;p1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8171225" y="0"/>
              <a:ext cx="972775" cy="9727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0" name="Google Shape;170;p18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0" y="4170737"/>
              <a:ext cx="972775" cy="97277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71" name="Google Shape;171;p18"/>
          <p:cNvSpPr txBox="1"/>
          <p:nvPr>
            <p:ph idx="1" type="body"/>
          </p:nvPr>
        </p:nvSpPr>
        <p:spPr>
          <a:xfrm>
            <a:off x="2145600" y="2101875"/>
            <a:ext cx="4852800" cy="176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indent="-3048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indent="-3048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indent="-3048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indent="-3048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indent="-3048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indent="-3048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indent="-3048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indent="-3048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9pPr>
          </a:lstStyle>
          <a:p/>
        </p:txBody>
      </p:sp>
      <p:sp>
        <p:nvSpPr>
          <p:cNvPr id="172" name="Google Shape;172;p18"/>
          <p:cNvSpPr txBox="1"/>
          <p:nvPr>
            <p:ph idx="2" type="subTitle"/>
          </p:nvPr>
        </p:nvSpPr>
        <p:spPr>
          <a:xfrm>
            <a:off x="2145600" y="2101150"/>
            <a:ext cx="4852800" cy="176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6"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Google Shape;174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9"/>
          <p:cNvSpPr txBox="1"/>
          <p:nvPr>
            <p:ph type="title"/>
          </p:nvPr>
        </p:nvSpPr>
        <p:spPr>
          <a:xfrm>
            <a:off x="720000" y="538492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76" name="Google Shape;176;p19"/>
          <p:cNvSpPr txBox="1"/>
          <p:nvPr>
            <p:ph idx="1" type="subTitle"/>
          </p:nvPr>
        </p:nvSpPr>
        <p:spPr>
          <a:xfrm>
            <a:off x="709750" y="2636600"/>
            <a:ext cx="2225700" cy="196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77" name="Google Shape;177;p19"/>
          <p:cNvSpPr txBox="1"/>
          <p:nvPr>
            <p:ph idx="2" type="subTitle"/>
          </p:nvPr>
        </p:nvSpPr>
        <p:spPr>
          <a:xfrm>
            <a:off x="3457413" y="2636600"/>
            <a:ext cx="2225700" cy="196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78" name="Google Shape;178;p19"/>
          <p:cNvSpPr txBox="1"/>
          <p:nvPr>
            <p:ph idx="3" type="subTitle"/>
          </p:nvPr>
        </p:nvSpPr>
        <p:spPr>
          <a:xfrm>
            <a:off x="6205076" y="2636600"/>
            <a:ext cx="2225700" cy="196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79" name="Google Shape;179;p19"/>
          <p:cNvSpPr txBox="1"/>
          <p:nvPr>
            <p:ph idx="4" type="subTitle"/>
          </p:nvPr>
        </p:nvSpPr>
        <p:spPr>
          <a:xfrm>
            <a:off x="709758" y="2073291"/>
            <a:ext cx="2225700" cy="708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18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180" name="Google Shape;180;p19"/>
          <p:cNvSpPr txBox="1"/>
          <p:nvPr>
            <p:ph idx="5" type="subTitle"/>
          </p:nvPr>
        </p:nvSpPr>
        <p:spPr>
          <a:xfrm>
            <a:off x="3459159" y="2073291"/>
            <a:ext cx="2225700" cy="708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18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181" name="Google Shape;181;p19"/>
          <p:cNvSpPr txBox="1"/>
          <p:nvPr>
            <p:ph idx="6" type="subTitle"/>
          </p:nvPr>
        </p:nvSpPr>
        <p:spPr>
          <a:xfrm>
            <a:off x="6205085" y="2073291"/>
            <a:ext cx="2225700" cy="708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18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pic>
        <p:nvPicPr>
          <p:cNvPr id="182" name="Google Shape;182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8171200" y="4170725"/>
            <a:ext cx="972775" cy="9727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3" name="Google Shape;183;p19"/>
          <p:cNvGrpSpPr/>
          <p:nvPr/>
        </p:nvGrpSpPr>
        <p:grpSpPr>
          <a:xfrm flipH="1">
            <a:off x="2620475" y="0"/>
            <a:ext cx="6523526" cy="369900"/>
            <a:chOff x="0" y="0"/>
            <a:chExt cx="6523526" cy="369900"/>
          </a:xfrm>
        </p:grpSpPr>
        <p:pic>
          <p:nvPicPr>
            <p:cNvPr id="184" name="Google Shape;184;p1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0" y="0"/>
              <a:ext cx="6523526" cy="3699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5" name="Google Shape;185;p1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65125" y="150455"/>
              <a:ext cx="1585464" cy="69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5"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20"/>
          <p:cNvSpPr txBox="1"/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89" name="Google Shape;189;p20"/>
          <p:cNvSpPr txBox="1"/>
          <p:nvPr>
            <p:ph idx="1" type="subTitle"/>
          </p:nvPr>
        </p:nvSpPr>
        <p:spPr>
          <a:xfrm>
            <a:off x="720000" y="1679350"/>
            <a:ext cx="3549600" cy="12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90" name="Google Shape;190;p20"/>
          <p:cNvSpPr txBox="1"/>
          <p:nvPr>
            <p:ph idx="2" type="subTitle"/>
          </p:nvPr>
        </p:nvSpPr>
        <p:spPr>
          <a:xfrm>
            <a:off x="4881166" y="1679350"/>
            <a:ext cx="3549600" cy="12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91" name="Google Shape;191;p20"/>
          <p:cNvSpPr txBox="1"/>
          <p:nvPr>
            <p:ph idx="3" type="subTitle"/>
          </p:nvPr>
        </p:nvSpPr>
        <p:spPr>
          <a:xfrm>
            <a:off x="720000" y="3396200"/>
            <a:ext cx="3549600" cy="12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92" name="Google Shape;192;p20"/>
          <p:cNvSpPr txBox="1"/>
          <p:nvPr>
            <p:ph idx="4" type="subTitle"/>
          </p:nvPr>
        </p:nvSpPr>
        <p:spPr>
          <a:xfrm>
            <a:off x="4881166" y="3396200"/>
            <a:ext cx="3549600" cy="12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93" name="Google Shape;193;p20"/>
          <p:cNvSpPr txBox="1"/>
          <p:nvPr>
            <p:ph idx="5" type="subTitle"/>
          </p:nvPr>
        </p:nvSpPr>
        <p:spPr>
          <a:xfrm>
            <a:off x="720000" y="1429886"/>
            <a:ext cx="3549600" cy="375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18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194" name="Google Shape;194;p20"/>
          <p:cNvSpPr txBox="1"/>
          <p:nvPr>
            <p:ph idx="6" type="subTitle"/>
          </p:nvPr>
        </p:nvSpPr>
        <p:spPr>
          <a:xfrm>
            <a:off x="720000" y="3146911"/>
            <a:ext cx="3549600" cy="375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18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195" name="Google Shape;195;p20"/>
          <p:cNvSpPr txBox="1"/>
          <p:nvPr>
            <p:ph idx="7" type="subTitle"/>
          </p:nvPr>
        </p:nvSpPr>
        <p:spPr>
          <a:xfrm>
            <a:off x="4881127" y="1429886"/>
            <a:ext cx="3549600" cy="375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18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196" name="Google Shape;196;p20"/>
          <p:cNvSpPr txBox="1"/>
          <p:nvPr>
            <p:ph idx="8" type="subTitle"/>
          </p:nvPr>
        </p:nvSpPr>
        <p:spPr>
          <a:xfrm>
            <a:off x="4881130" y="3146911"/>
            <a:ext cx="3549600" cy="375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18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grpSp>
        <p:nvGrpSpPr>
          <p:cNvPr id="197" name="Google Shape;197;p20"/>
          <p:cNvGrpSpPr/>
          <p:nvPr/>
        </p:nvGrpSpPr>
        <p:grpSpPr>
          <a:xfrm>
            <a:off x="-1" y="-4719"/>
            <a:ext cx="9144001" cy="5148207"/>
            <a:chOff x="-1" y="-4719"/>
            <a:chExt cx="9144001" cy="5148207"/>
          </a:xfrm>
        </p:grpSpPr>
        <p:pic>
          <p:nvPicPr>
            <p:cNvPr id="198" name="Google Shape;198;p2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flipH="1" rot="5400000">
              <a:off x="8171225" y="-4719"/>
              <a:ext cx="972775" cy="9727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9" name="Google Shape;199;p2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flipH="1" rot="5400000">
              <a:off x="-1" y="4170713"/>
              <a:ext cx="972775" cy="9727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00" name="Google Shape;200;p20"/>
          <p:cNvGrpSpPr/>
          <p:nvPr/>
        </p:nvGrpSpPr>
        <p:grpSpPr>
          <a:xfrm rot="10800000">
            <a:off x="0" y="-4719"/>
            <a:ext cx="4881173" cy="365700"/>
            <a:chOff x="4261050" y="4610675"/>
            <a:chExt cx="4881173" cy="365700"/>
          </a:xfrm>
        </p:grpSpPr>
        <p:pic>
          <p:nvPicPr>
            <p:cNvPr id="201" name="Google Shape;201;p2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10800000">
              <a:off x="4261050" y="4610675"/>
              <a:ext cx="4881173" cy="3657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2" name="Google Shape;202;p20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 rot="10800000">
              <a:off x="7293388" y="4759030"/>
              <a:ext cx="1585464" cy="69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7"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" name="Google Shape;204;p2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21"/>
          <p:cNvSpPr txBox="1"/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06" name="Google Shape;206;p21"/>
          <p:cNvSpPr txBox="1"/>
          <p:nvPr>
            <p:ph idx="1" type="subTitle"/>
          </p:nvPr>
        </p:nvSpPr>
        <p:spPr>
          <a:xfrm>
            <a:off x="720075" y="1682496"/>
            <a:ext cx="2363100" cy="116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07" name="Google Shape;207;p21"/>
          <p:cNvSpPr txBox="1"/>
          <p:nvPr>
            <p:ph idx="2" type="subTitle"/>
          </p:nvPr>
        </p:nvSpPr>
        <p:spPr>
          <a:xfrm>
            <a:off x="3393880" y="1682496"/>
            <a:ext cx="2363100" cy="116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08" name="Google Shape;208;p21"/>
          <p:cNvSpPr txBox="1"/>
          <p:nvPr>
            <p:ph idx="3" type="subTitle"/>
          </p:nvPr>
        </p:nvSpPr>
        <p:spPr>
          <a:xfrm>
            <a:off x="720075" y="3398557"/>
            <a:ext cx="2363100" cy="116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09" name="Google Shape;209;p21"/>
          <p:cNvSpPr txBox="1"/>
          <p:nvPr>
            <p:ph idx="4" type="subTitle"/>
          </p:nvPr>
        </p:nvSpPr>
        <p:spPr>
          <a:xfrm>
            <a:off x="3393880" y="3398557"/>
            <a:ext cx="2363100" cy="116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10" name="Google Shape;210;p21"/>
          <p:cNvSpPr txBox="1"/>
          <p:nvPr>
            <p:ph idx="5" type="subTitle"/>
          </p:nvPr>
        </p:nvSpPr>
        <p:spPr>
          <a:xfrm>
            <a:off x="6067686" y="1682496"/>
            <a:ext cx="2363100" cy="116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11" name="Google Shape;211;p21"/>
          <p:cNvSpPr txBox="1"/>
          <p:nvPr>
            <p:ph idx="6" type="subTitle"/>
          </p:nvPr>
        </p:nvSpPr>
        <p:spPr>
          <a:xfrm>
            <a:off x="6067686" y="3398557"/>
            <a:ext cx="2363100" cy="116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12" name="Google Shape;212;p21"/>
          <p:cNvSpPr txBox="1"/>
          <p:nvPr>
            <p:ph idx="7" type="subTitle"/>
          </p:nvPr>
        </p:nvSpPr>
        <p:spPr>
          <a:xfrm>
            <a:off x="720075" y="1426464"/>
            <a:ext cx="23631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18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213" name="Google Shape;213;p21"/>
          <p:cNvSpPr txBox="1"/>
          <p:nvPr>
            <p:ph idx="8" type="subTitle"/>
          </p:nvPr>
        </p:nvSpPr>
        <p:spPr>
          <a:xfrm>
            <a:off x="3395380" y="1426464"/>
            <a:ext cx="23601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18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214" name="Google Shape;214;p21"/>
          <p:cNvSpPr txBox="1"/>
          <p:nvPr>
            <p:ph idx="9" type="subTitle"/>
          </p:nvPr>
        </p:nvSpPr>
        <p:spPr>
          <a:xfrm>
            <a:off x="6067686" y="1426464"/>
            <a:ext cx="23601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18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215" name="Google Shape;215;p21"/>
          <p:cNvSpPr txBox="1"/>
          <p:nvPr>
            <p:ph idx="13" type="subTitle"/>
          </p:nvPr>
        </p:nvSpPr>
        <p:spPr>
          <a:xfrm>
            <a:off x="720075" y="3145536"/>
            <a:ext cx="23631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18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216" name="Google Shape;216;p21"/>
          <p:cNvSpPr txBox="1"/>
          <p:nvPr>
            <p:ph idx="14" type="subTitle"/>
          </p:nvPr>
        </p:nvSpPr>
        <p:spPr>
          <a:xfrm>
            <a:off x="3393880" y="3145541"/>
            <a:ext cx="23601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18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217" name="Google Shape;217;p21"/>
          <p:cNvSpPr txBox="1"/>
          <p:nvPr>
            <p:ph idx="15" type="subTitle"/>
          </p:nvPr>
        </p:nvSpPr>
        <p:spPr>
          <a:xfrm>
            <a:off x="6067686" y="3145541"/>
            <a:ext cx="23601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18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pic>
        <p:nvPicPr>
          <p:cNvPr id="218" name="Google Shape;218;p21"/>
          <p:cNvPicPr preferRelativeResize="0"/>
          <p:nvPr/>
        </p:nvPicPr>
        <p:blipFill rotWithShape="1">
          <a:blip r:embed="rId3">
            <a:alphaModFix/>
          </a:blip>
          <a:srcRect b="22414" l="68149" r="0" t="0"/>
          <a:stretch/>
        </p:blipFill>
        <p:spPr>
          <a:xfrm rot="10800000">
            <a:off x="8580849" y="64376"/>
            <a:ext cx="563126" cy="10478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5400000">
            <a:off x="8171225" y="4170725"/>
            <a:ext cx="972775" cy="972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8"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1" name="Google Shape;221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22"/>
          <p:cNvSpPr txBox="1"/>
          <p:nvPr>
            <p:ph hasCustomPrompt="1" type="title"/>
          </p:nvPr>
        </p:nvSpPr>
        <p:spPr>
          <a:xfrm>
            <a:off x="3099888" y="2045129"/>
            <a:ext cx="2944200" cy="768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23" name="Google Shape;223;p22"/>
          <p:cNvSpPr txBox="1"/>
          <p:nvPr>
            <p:ph idx="1" type="subTitle"/>
          </p:nvPr>
        </p:nvSpPr>
        <p:spPr>
          <a:xfrm>
            <a:off x="3099898" y="2737825"/>
            <a:ext cx="2944200" cy="35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224" name="Google Shape;224;p22"/>
          <p:cNvSpPr txBox="1"/>
          <p:nvPr>
            <p:ph hasCustomPrompt="1" idx="2" type="title"/>
          </p:nvPr>
        </p:nvSpPr>
        <p:spPr>
          <a:xfrm>
            <a:off x="3099904" y="669938"/>
            <a:ext cx="2944200" cy="768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25" name="Google Shape;225;p22"/>
          <p:cNvSpPr txBox="1"/>
          <p:nvPr>
            <p:ph idx="3" type="subTitle"/>
          </p:nvPr>
        </p:nvSpPr>
        <p:spPr>
          <a:xfrm>
            <a:off x="3099904" y="1362646"/>
            <a:ext cx="2944200" cy="35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226" name="Google Shape;226;p22"/>
          <p:cNvSpPr txBox="1"/>
          <p:nvPr>
            <p:ph hasCustomPrompt="1" idx="4" type="title"/>
          </p:nvPr>
        </p:nvSpPr>
        <p:spPr>
          <a:xfrm>
            <a:off x="3099896" y="3420317"/>
            <a:ext cx="2944200" cy="768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27" name="Google Shape;227;p22"/>
          <p:cNvSpPr txBox="1"/>
          <p:nvPr>
            <p:ph idx="5" type="subTitle"/>
          </p:nvPr>
        </p:nvSpPr>
        <p:spPr>
          <a:xfrm>
            <a:off x="3099906" y="4113013"/>
            <a:ext cx="2944200" cy="35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grpSp>
        <p:nvGrpSpPr>
          <p:cNvPr id="228" name="Google Shape;228;p22"/>
          <p:cNvGrpSpPr/>
          <p:nvPr/>
        </p:nvGrpSpPr>
        <p:grpSpPr>
          <a:xfrm>
            <a:off x="0" y="0"/>
            <a:ext cx="9149044" cy="5153909"/>
            <a:chOff x="0" y="0"/>
            <a:chExt cx="9149044" cy="5153909"/>
          </a:xfrm>
        </p:grpSpPr>
        <p:grpSp>
          <p:nvGrpSpPr>
            <p:cNvPr id="229" name="Google Shape;229;p22"/>
            <p:cNvGrpSpPr/>
            <p:nvPr/>
          </p:nvGrpSpPr>
          <p:grpSpPr>
            <a:xfrm>
              <a:off x="2633519" y="4796608"/>
              <a:ext cx="6515525" cy="357300"/>
              <a:chOff x="2633519" y="4796608"/>
              <a:chExt cx="6515525" cy="357300"/>
            </a:xfrm>
          </p:grpSpPr>
          <p:pic>
            <p:nvPicPr>
              <p:cNvPr id="230" name="Google Shape;230;p22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 rot="10800000">
                <a:off x="2633519" y="4796608"/>
                <a:ext cx="6515525" cy="3573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31" name="Google Shape;231;p22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 rot="10800000">
                <a:off x="7293388" y="4940768"/>
                <a:ext cx="1585464" cy="690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232" name="Google Shape;232;p22"/>
            <p:cNvGrpSpPr/>
            <p:nvPr/>
          </p:nvGrpSpPr>
          <p:grpSpPr>
            <a:xfrm>
              <a:off x="0" y="0"/>
              <a:ext cx="6523526" cy="359400"/>
              <a:chOff x="0" y="0"/>
              <a:chExt cx="6523526" cy="359400"/>
            </a:xfrm>
          </p:grpSpPr>
          <p:pic>
            <p:nvPicPr>
              <p:cNvPr id="233" name="Google Shape;233;p22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0" y="0"/>
                <a:ext cx="6523526" cy="3594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34" name="Google Shape;234;p22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265125" y="145205"/>
                <a:ext cx="1585464" cy="690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pic>
        <p:nvPicPr>
          <p:cNvPr id="235" name="Google Shape;235;p22"/>
          <p:cNvPicPr preferRelativeResize="0"/>
          <p:nvPr/>
        </p:nvPicPr>
        <p:blipFill rotWithShape="1">
          <a:blip r:embed="rId6">
            <a:alphaModFix/>
          </a:blip>
          <a:srcRect b="130" l="0" r="0" t="130"/>
          <a:stretch/>
        </p:blipFill>
        <p:spPr>
          <a:xfrm rot="5400000">
            <a:off x="-128174" y="3562553"/>
            <a:ext cx="1716695" cy="13079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TITLE_ONLY_1"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7" name="Google Shape;237;p2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23"/>
          <p:cNvSpPr txBox="1"/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239" name="Google Shape;239;p23"/>
          <p:cNvGrpSpPr/>
          <p:nvPr/>
        </p:nvGrpSpPr>
        <p:grpSpPr>
          <a:xfrm>
            <a:off x="0" y="0"/>
            <a:ext cx="6523526" cy="369900"/>
            <a:chOff x="0" y="0"/>
            <a:chExt cx="6523526" cy="369900"/>
          </a:xfrm>
        </p:grpSpPr>
        <p:pic>
          <p:nvPicPr>
            <p:cNvPr id="240" name="Google Shape;240;p2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0" y="0"/>
              <a:ext cx="6523526" cy="3699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1" name="Google Shape;241;p2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5125" y="150455"/>
              <a:ext cx="1585464" cy="690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42" name="Google Shape;242;p23"/>
          <p:cNvGrpSpPr/>
          <p:nvPr/>
        </p:nvGrpSpPr>
        <p:grpSpPr>
          <a:xfrm>
            <a:off x="0" y="0"/>
            <a:ext cx="9144000" cy="5143512"/>
            <a:chOff x="0" y="0"/>
            <a:chExt cx="9144000" cy="5143512"/>
          </a:xfrm>
        </p:grpSpPr>
        <p:pic>
          <p:nvPicPr>
            <p:cNvPr id="243" name="Google Shape;243;p23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8171225" y="0"/>
              <a:ext cx="972775" cy="9727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4" name="Google Shape;244;p23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0" y="4170737"/>
              <a:ext cx="972775" cy="97277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TITLE_ONLY_2"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6" name="Google Shape;246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24"/>
          <p:cNvSpPr txBox="1"/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pic>
        <p:nvPicPr>
          <p:cNvPr id="248" name="Google Shape;248;p24"/>
          <p:cNvPicPr preferRelativeResize="0"/>
          <p:nvPr/>
        </p:nvPicPr>
        <p:blipFill rotWithShape="1">
          <a:blip r:embed="rId3">
            <a:alphaModFix/>
          </a:blip>
          <a:srcRect b="34262" l="14814" r="0" t="0"/>
          <a:stretch/>
        </p:blipFill>
        <p:spPr>
          <a:xfrm rot="10800000">
            <a:off x="7654149" y="-40526"/>
            <a:ext cx="1506076" cy="88782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9" name="Google Shape;249;p24"/>
          <p:cNvGrpSpPr/>
          <p:nvPr/>
        </p:nvGrpSpPr>
        <p:grpSpPr>
          <a:xfrm flipH="1">
            <a:off x="0" y="0"/>
            <a:ext cx="9144000" cy="5143512"/>
            <a:chOff x="0" y="0"/>
            <a:chExt cx="9144000" cy="5143512"/>
          </a:xfrm>
        </p:grpSpPr>
        <p:pic>
          <p:nvPicPr>
            <p:cNvPr id="250" name="Google Shape;250;p2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8171225" y="0"/>
              <a:ext cx="972775" cy="9727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1" name="Google Shape;251;p24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0" y="4170737"/>
              <a:ext cx="972775" cy="97277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TITLE_ONLY_3"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3" name="Google Shape;253;p2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25"/>
          <p:cNvSpPr txBox="1"/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255" name="Google Shape;255;p25"/>
          <p:cNvGrpSpPr/>
          <p:nvPr/>
        </p:nvGrpSpPr>
        <p:grpSpPr>
          <a:xfrm flipH="1">
            <a:off x="2620475" y="0"/>
            <a:ext cx="6523526" cy="369900"/>
            <a:chOff x="0" y="0"/>
            <a:chExt cx="6523526" cy="369900"/>
          </a:xfrm>
        </p:grpSpPr>
        <p:pic>
          <p:nvPicPr>
            <p:cNvPr id="256" name="Google Shape;256;p2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0" y="0"/>
              <a:ext cx="6523526" cy="3699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7" name="Google Shape;257;p2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5125" y="150455"/>
              <a:ext cx="1585464" cy="690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58" name="Google Shape;258;p25"/>
          <p:cNvPicPr preferRelativeResize="0"/>
          <p:nvPr/>
        </p:nvPicPr>
        <p:blipFill rotWithShape="1">
          <a:blip r:embed="rId5">
            <a:alphaModFix/>
          </a:blip>
          <a:srcRect b="41941" l="0" r="56111" t="0"/>
          <a:stretch/>
        </p:blipFill>
        <p:spPr>
          <a:xfrm rot="-5400000">
            <a:off x="8325038" y="4266787"/>
            <a:ext cx="775950" cy="784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" name="Google Shape;259;p2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flipH="1" rot="-5400000">
            <a:off x="0" y="4170725"/>
            <a:ext cx="972775" cy="972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4">
  <p:cSld name="TITLE_ONLY_4"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1" name="Google Shape;261;p2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26"/>
          <p:cNvSpPr txBox="1"/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pic>
        <p:nvPicPr>
          <p:cNvPr id="263" name="Google Shape;263;p26"/>
          <p:cNvPicPr preferRelativeResize="0"/>
          <p:nvPr/>
        </p:nvPicPr>
        <p:blipFill rotWithShape="1">
          <a:blip r:embed="rId3">
            <a:alphaModFix/>
          </a:blip>
          <a:srcRect b="35496" l="0" r="0" t="129"/>
          <a:stretch/>
        </p:blipFill>
        <p:spPr>
          <a:xfrm>
            <a:off x="6296175" y="4293872"/>
            <a:ext cx="1716701" cy="8442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4" name="Google Shape;264;p26"/>
          <p:cNvGrpSpPr/>
          <p:nvPr/>
        </p:nvGrpSpPr>
        <p:grpSpPr>
          <a:xfrm>
            <a:off x="0" y="0"/>
            <a:ext cx="3789523" cy="359400"/>
            <a:chOff x="0" y="0"/>
            <a:chExt cx="3789523" cy="359400"/>
          </a:xfrm>
        </p:grpSpPr>
        <p:pic>
          <p:nvPicPr>
            <p:cNvPr id="265" name="Google Shape;265;p2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0" y="0"/>
              <a:ext cx="3789523" cy="359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6" name="Google Shape;266;p26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65125" y="145205"/>
              <a:ext cx="1585464" cy="690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67" name="Google Shape;267;p2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flipH="1" rot="10800000">
            <a:off x="8171225" y="4170725"/>
            <a:ext cx="972775" cy="972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5">
  <p:cSld name="TITLE_ONLY_5"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9" name="Google Shape;269;p2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27"/>
          <p:cNvSpPr txBox="1"/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271" name="Google Shape;271;p27"/>
          <p:cNvGrpSpPr/>
          <p:nvPr/>
        </p:nvGrpSpPr>
        <p:grpSpPr>
          <a:xfrm flipH="1" rot="10800000">
            <a:off x="5131123" y="0"/>
            <a:ext cx="4012877" cy="359400"/>
            <a:chOff x="5129348" y="4780863"/>
            <a:chExt cx="4012877" cy="359400"/>
          </a:xfrm>
        </p:grpSpPr>
        <p:pic>
          <p:nvPicPr>
            <p:cNvPr id="272" name="Google Shape;272;p2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10800000">
              <a:off x="5129348" y="4780863"/>
              <a:ext cx="4012877" cy="359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3" name="Google Shape;273;p2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10800000">
              <a:off x="7293388" y="4911768"/>
              <a:ext cx="1585464" cy="690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74" name="Google Shape;274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-25" y="0"/>
            <a:ext cx="972775" cy="972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6">
  <p:cSld name="TITLE_ONLY_6"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" name="Google Shape;276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28"/>
          <p:cNvSpPr txBox="1"/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278" name="Google Shape;278;p28"/>
          <p:cNvGrpSpPr/>
          <p:nvPr/>
        </p:nvGrpSpPr>
        <p:grpSpPr>
          <a:xfrm>
            <a:off x="0" y="12"/>
            <a:ext cx="9144000" cy="5143487"/>
            <a:chOff x="0" y="12"/>
            <a:chExt cx="9144000" cy="5143487"/>
          </a:xfrm>
        </p:grpSpPr>
        <p:pic>
          <p:nvPicPr>
            <p:cNvPr id="279" name="Google Shape;279;p2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flipH="1" rot="-5400000">
              <a:off x="0" y="4170725"/>
              <a:ext cx="972775" cy="9727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0" name="Google Shape;280;p2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flipH="1" rot="-5400000">
              <a:off x="8171225" y="12"/>
              <a:ext cx="972775" cy="9727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81" name="Google Shape;281;p28"/>
          <p:cNvGrpSpPr/>
          <p:nvPr/>
        </p:nvGrpSpPr>
        <p:grpSpPr>
          <a:xfrm rot="10800000">
            <a:off x="0" y="0"/>
            <a:ext cx="4012877" cy="359400"/>
            <a:chOff x="5129346" y="4780863"/>
            <a:chExt cx="4012877" cy="359400"/>
          </a:xfrm>
        </p:grpSpPr>
        <p:pic>
          <p:nvPicPr>
            <p:cNvPr id="282" name="Google Shape;282;p2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10800000">
              <a:off x="5129346" y="4780863"/>
              <a:ext cx="4012877" cy="359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3" name="Google Shape;283;p28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 rot="10800000">
              <a:off x="7293388" y="4926068"/>
              <a:ext cx="1585464" cy="69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_1"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5" name="Google Shape;285;p2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29"/>
          <p:cNvSpPr txBox="1"/>
          <p:nvPr>
            <p:ph type="title"/>
          </p:nvPr>
        </p:nvSpPr>
        <p:spPr>
          <a:xfrm>
            <a:off x="713227" y="540000"/>
            <a:ext cx="4151400" cy="105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87" name="Google Shape;287;p29"/>
          <p:cNvSpPr txBox="1"/>
          <p:nvPr>
            <p:ph idx="1" type="subTitle"/>
          </p:nvPr>
        </p:nvSpPr>
        <p:spPr>
          <a:xfrm>
            <a:off x="713213" y="2369350"/>
            <a:ext cx="3699300" cy="105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88" name="Google Shape;288;p29"/>
          <p:cNvSpPr/>
          <p:nvPr>
            <p:ph idx="2" type="pic"/>
          </p:nvPr>
        </p:nvSpPr>
        <p:spPr>
          <a:xfrm>
            <a:off x="713225" y="539550"/>
            <a:ext cx="3072600" cy="40644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  <p:grpSp>
        <p:nvGrpSpPr>
          <p:cNvPr id="289" name="Google Shape;289;p29"/>
          <p:cNvGrpSpPr/>
          <p:nvPr/>
        </p:nvGrpSpPr>
        <p:grpSpPr>
          <a:xfrm>
            <a:off x="-6816" y="0"/>
            <a:ext cx="9150952" cy="5153913"/>
            <a:chOff x="-6816" y="0"/>
            <a:chExt cx="9150952" cy="5153913"/>
          </a:xfrm>
        </p:grpSpPr>
        <p:grpSp>
          <p:nvGrpSpPr>
            <p:cNvPr id="290" name="Google Shape;290;p29"/>
            <p:cNvGrpSpPr/>
            <p:nvPr/>
          </p:nvGrpSpPr>
          <p:grpSpPr>
            <a:xfrm flipH="1">
              <a:off x="5354613" y="0"/>
              <a:ext cx="3789523" cy="359400"/>
              <a:chOff x="0" y="0"/>
              <a:chExt cx="3789523" cy="359400"/>
            </a:xfrm>
          </p:grpSpPr>
          <p:pic>
            <p:nvPicPr>
              <p:cNvPr id="291" name="Google Shape;291;p29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0" y="0"/>
                <a:ext cx="3789523" cy="3594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92" name="Google Shape;292;p29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265125" y="145205"/>
                <a:ext cx="1585464" cy="690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293" name="Google Shape;293;p29"/>
            <p:cNvGrpSpPr/>
            <p:nvPr/>
          </p:nvGrpSpPr>
          <p:grpSpPr>
            <a:xfrm flipH="1">
              <a:off x="-6816" y="4765888"/>
              <a:ext cx="3785698" cy="388025"/>
              <a:chOff x="5363346" y="4765888"/>
              <a:chExt cx="3785698" cy="388025"/>
            </a:xfrm>
          </p:grpSpPr>
          <p:pic>
            <p:nvPicPr>
              <p:cNvPr id="294" name="Google Shape;294;p29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 rot="10800000">
                <a:off x="5363346" y="4765888"/>
                <a:ext cx="3785698" cy="38802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95" name="Google Shape;295;p29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 rot="10800000">
                <a:off x="7300206" y="4925405"/>
                <a:ext cx="1585464" cy="690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296" name="Google Shape;296;p29"/>
          <p:cNvGrpSpPr/>
          <p:nvPr/>
        </p:nvGrpSpPr>
        <p:grpSpPr>
          <a:xfrm>
            <a:off x="0" y="-11538"/>
            <a:ext cx="9143999" cy="5155025"/>
            <a:chOff x="0" y="-11538"/>
            <a:chExt cx="9143999" cy="5155025"/>
          </a:xfrm>
        </p:grpSpPr>
        <p:pic>
          <p:nvPicPr>
            <p:cNvPr id="297" name="Google Shape;297;p29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 flipH="1">
              <a:off x="0" y="-11538"/>
              <a:ext cx="972775" cy="9727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8" name="Google Shape;298;p29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 flipH="1">
              <a:off x="8171224" y="4170713"/>
              <a:ext cx="972775" cy="97277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99" name="Google Shape;299;p29"/>
          <p:cNvSpPr txBox="1"/>
          <p:nvPr/>
        </p:nvSpPr>
        <p:spPr>
          <a:xfrm>
            <a:off x="713224" y="3542325"/>
            <a:ext cx="3425400" cy="6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CREDITS:</a:t>
            </a:r>
            <a:r>
              <a:rPr lang="en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This presentation template was created by </a:t>
            </a:r>
            <a:r>
              <a:rPr b="1" lang="en" sz="1000" u="sng">
                <a:solidFill>
                  <a:schemeClr val="hlink"/>
                </a:solidFill>
                <a:latin typeface="Poppins"/>
                <a:ea typeface="Poppins"/>
                <a:cs typeface="Poppins"/>
                <a:sym typeface="Poppins"/>
                <a:hlinkClick r:id="rId8"/>
              </a:rPr>
              <a:t>Slidesgo</a:t>
            </a:r>
            <a:r>
              <a:rPr lang="en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and includes icons, infographics &amp; images by </a:t>
            </a:r>
            <a:r>
              <a:rPr b="1" lang="en" sz="1000" u="sng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  <a:hlinkClick r:id="rId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lang="en" sz="1000" u="sng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b="1" sz="1000" u="sng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1" name="Google Shape;301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2" name="Google Shape;302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3" name="Google Shape;303;p30"/>
          <p:cNvPicPr preferRelativeResize="0"/>
          <p:nvPr/>
        </p:nvPicPr>
        <p:blipFill rotWithShape="1">
          <a:blip r:embed="rId3">
            <a:alphaModFix/>
          </a:blip>
          <a:srcRect b="130" l="0" r="0" t="130"/>
          <a:stretch/>
        </p:blipFill>
        <p:spPr>
          <a:xfrm rot="-5400000">
            <a:off x="-145124" y="3582752"/>
            <a:ext cx="1716695" cy="1307947"/>
          </a:xfrm>
          <a:prstGeom prst="rect">
            <a:avLst/>
          </a:prstGeom>
          <a:noFill/>
          <a:ln>
            <a:noFill/>
          </a:ln>
        </p:spPr>
      </p:pic>
      <p:pic>
        <p:nvPicPr>
          <p:cNvPr id="304" name="Google Shape;304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06088" y="-13650"/>
            <a:ext cx="1251550" cy="12515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05" name="Google Shape;305;p30"/>
          <p:cNvGrpSpPr/>
          <p:nvPr/>
        </p:nvGrpSpPr>
        <p:grpSpPr>
          <a:xfrm>
            <a:off x="0" y="-13638"/>
            <a:ext cx="8878852" cy="4923618"/>
            <a:chOff x="0" y="-13638"/>
            <a:chExt cx="8878852" cy="4923618"/>
          </a:xfrm>
        </p:grpSpPr>
        <p:pic>
          <p:nvPicPr>
            <p:cNvPr id="306" name="Google Shape;306;p3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10800000">
              <a:off x="7293388" y="4840980"/>
              <a:ext cx="1585464" cy="690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307" name="Google Shape;307;p30"/>
            <p:cNvGrpSpPr/>
            <p:nvPr/>
          </p:nvGrpSpPr>
          <p:grpSpPr>
            <a:xfrm>
              <a:off x="0" y="-13638"/>
              <a:ext cx="6523526" cy="536050"/>
              <a:chOff x="0" y="-13638"/>
              <a:chExt cx="6523526" cy="536050"/>
            </a:xfrm>
          </p:grpSpPr>
          <p:pic>
            <p:nvPicPr>
              <p:cNvPr id="308" name="Google Shape;308;p30"/>
              <p:cNvPicPr preferRelativeResize="0"/>
              <p:nvPr/>
            </p:nvPicPr>
            <p:blipFill>
              <a:blip r:embed="rId6">
                <a:alphaModFix/>
              </a:blip>
              <a:stretch>
                <a:fillRect/>
              </a:stretch>
            </p:blipFill>
            <p:spPr>
              <a:xfrm>
                <a:off x="0" y="-13638"/>
                <a:ext cx="6523526" cy="53605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09" name="Google Shape;309;p30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265125" y="232968"/>
                <a:ext cx="1585464" cy="690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9_1"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1" name="Google Shape;311;p3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2" name="Google Shape;312;p31"/>
          <p:cNvPicPr preferRelativeResize="0"/>
          <p:nvPr/>
        </p:nvPicPr>
        <p:blipFill rotWithShape="1">
          <a:blip r:embed="rId3">
            <a:alphaModFix/>
          </a:blip>
          <a:srcRect b="130" l="73637" r="0" t="130"/>
          <a:stretch/>
        </p:blipFill>
        <p:spPr>
          <a:xfrm>
            <a:off x="8632789" y="38875"/>
            <a:ext cx="452574" cy="130795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13" name="Google Shape;313;p31"/>
          <p:cNvGrpSpPr/>
          <p:nvPr/>
        </p:nvGrpSpPr>
        <p:grpSpPr>
          <a:xfrm>
            <a:off x="-26" y="-20456"/>
            <a:ext cx="972776" cy="5162894"/>
            <a:chOff x="-26" y="-20456"/>
            <a:chExt cx="972776" cy="5162894"/>
          </a:xfrm>
        </p:grpSpPr>
        <p:pic>
          <p:nvPicPr>
            <p:cNvPr id="314" name="Google Shape;314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flipH="1">
              <a:off x="-25" y="-20456"/>
              <a:ext cx="972775" cy="9727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5" name="Google Shape;315;p31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flipH="1" rot="5400000">
              <a:off x="-26" y="4169663"/>
              <a:ext cx="972775" cy="9727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16" name="Google Shape;316;p31"/>
          <p:cNvGrpSpPr/>
          <p:nvPr/>
        </p:nvGrpSpPr>
        <p:grpSpPr>
          <a:xfrm rot="10800000">
            <a:off x="5368113" y="4784100"/>
            <a:ext cx="3789523" cy="359400"/>
            <a:chOff x="-13638" y="0"/>
            <a:chExt cx="3789523" cy="359400"/>
          </a:xfrm>
        </p:grpSpPr>
        <p:pic>
          <p:nvPicPr>
            <p:cNvPr id="317" name="Google Shape;317;p31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-13638" y="0"/>
              <a:ext cx="3789523" cy="359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8" name="Google Shape;318;p31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265125" y="145205"/>
              <a:ext cx="1585464" cy="69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theme" Target="../theme/theme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b="1" sz="3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b="1" sz="3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b="1" sz="3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b="1" sz="3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b="1" sz="3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b="1" sz="3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b="1" sz="3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b="1" sz="3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b="1" sz="3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●"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048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○"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3048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■"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3048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●"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3048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○"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048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■"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048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●"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048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○"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048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■"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5.png"/><Relationship Id="rId4" Type="http://schemas.openxmlformats.org/officeDocument/2006/relationships/image" Target="../media/image11.png"/><Relationship Id="rId5" Type="http://schemas.openxmlformats.org/officeDocument/2006/relationships/image" Target="../media/image10.png"/><Relationship Id="rId6" Type="http://schemas.openxmlformats.org/officeDocument/2006/relationships/image" Target="../media/image17.png"/><Relationship Id="rId7" Type="http://schemas.openxmlformats.org/officeDocument/2006/relationships/image" Target="../media/image13.png"/><Relationship Id="rId8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4.png"/><Relationship Id="rId4" Type="http://schemas.openxmlformats.org/officeDocument/2006/relationships/image" Target="../media/image16.png"/><Relationship Id="rId5" Type="http://schemas.openxmlformats.org/officeDocument/2006/relationships/image" Target="../media/image1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console.groq.com/docs" TargetMode="External"/><Relationship Id="rId4" Type="http://schemas.openxmlformats.org/officeDocument/2006/relationships/hyperlink" Target="https://console.groq.com/docs" TargetMode="External"/><Relationship Id="rId9" Type="http://schemas.openxmlformats.org/officeDocument/2006/relationships/hyperlink" Target="https://chat.openai.com" TargetMode="External"/><Relationship Id="rId5" Type="http://schemas.openxmlformats.org/officeDocument/2006/relationships/hyperlink" Target="https://docs.trychroma.com" TargetMode="External"/><Relationship Id="rId6" Type="http://schemas.openxmlformats.org/officeDocument/2006/relationships/hyperlink" Target="https://docs.trychroma.com" TargetMode="External"/><Relationship Id="rId7" Type="http://schemas.openxmlformats.org/officeDocument/2006/relationships/hyperlink" Target="https://dev.mysql.com/doc" TargetMode="External"/><Relationship Id="rId8" Type="http://schemas.openxmlformats.org/officeDocument/2006/relationships/hyperlink" Target="https://dev.mysql.com/doc" TargetMode="External"/><Relationship Id="rId10" Type="http://schemas.openxmlformats.org/officeDocument/2006/relationships/hyperlink" Target="https://chat.openai.com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32"/>
          <p:cNvSpPr txBox="1"/>
          <p:nvPr>
            <p:ph type="ctrTitle"/>
          </p:nvPr>
        </p:nvSpPr>
        <p:spPr>
          <a:xfrm>
            <a:off x="972300" y="775125"/>
            <a:ext cx="7199400" cy="1072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TELECOM</a:t>
            </a:r>
            <a:r>
              <a:rPr lang="en"/>
              <a:t> AI AGENT</a:t>
            </a:r>
            <a:endParaRPr/>
          </a:p>
        </p:txBody>
      </p:sp>
      <p:sp>
        <p:nvSpPr>
          <p:cNvPr id="324" name="Google Shape;324;p32"/>
          <p:cNvSpPr txBox="1"/>
          <p:nvPr>
            <p:ph idx="1" type="subTitle"/>
          </p:nvPr>
        </p:nvSpPr>
        <p:spPr>
          <a:xfrm>
            <a:off x="602850" y="2811800"/>
            <a:ext cx="3765600" cy="88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/>
              <a:t>UNIVERSITY OF CALCUTTA</a:t>
            </a:r>
            <a:endParaRPr b="1" sz="16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COMPUTER SCIENCE AND ENGINEERING</a:t>
            </a:r>
            <a:endParaRPr sz="1500"/>
          </a:p>
        </p:txBody>
      </p:sp>
      <p:sp>
        <p:nvSpPr>
          <p:cNvPr id="325" name="Google Shape;325;p32"/>
          <p:cNvSpPr txBox="1"/>
          <p:nvPr>
            <p:ph idx="1" type="subTitle"/>
          </p:nvPr>
        </p:nvSpPr>
        <p:spPr>
          <a:xfrm>
            <a:off x="5174325" y="3288950"/>
            <a:ext cx="3765600" cy="116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/>
              <a:t>SUJIT PAL</a:t>
            </a:r>
            <a:endParaRPr b="1" sz="16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EXAM ROLL  -  T91/CSE/234053</a:t>
            </a:r>
            <a:endParaRPr sz="15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REG NO.   -    D01-1114-0184-23</a:t>
            </a:r>
            <a:endParaRPr sz="1500"/>
          </a:p>
        </p:txBody>
      </p:sp>
      <p:sp>
        <p:nvSpPr>
          <p:cNvPr id="326" name="Google Shape;326;p32"/>
          <p:cNvSpPr txBox="1"/>
          <p:nvPr>
            <p:ph idx="1" type="subTitle"/>
          </p:nvPr>
        </p:nvSpPr>
        <p:spPr>
          <a:xfrm>
            <a:off x="1420100" y="1789400"/>
            <a:ext cx="6635700" cy="38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Hybrid SQL &amp; RAG System for Automated Call Drop Analysis</a:t>
            </a:r>
            <a:endParaRPr sz="15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33"/>
          <p:cNvSpPr txBox="1"/>
          <p:nvPr>
            <p:ph type="title"/>
          </p:nvPr>
        </p:nvSpPr>
        <p:spPr>
          <a:xfrm>
            <a:off x="495425" y="723800"/>
            <a:ext cx="3728100" cy="46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Problems</a:t>
            </a:r>
            <a:endParaRPr sz="2200"/>
          </a:p>
        </p:txBody>
      </p:sp>
      <p:sp>
        <p:nvSpPr>
          <p:cNvPr id="332" name="Google Shape;332;p33"/>
          <p:cNvSpPr txBox="1"/>
          <p:nvPr/>
        </p:nvSpPr>
        <p:spPr>
          <a:xfrm>
            <a:off x="720000" y="1281800"/>
            <a:ext cx="4363200" cy="9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Telecom operators</a:t>
            </a:r>
            <a:r>
              <a:rPr lang="en" sz="1200"/>
              <a:t> continuously monitor network logs and performance metrics to </a:t>
            </a:r>
            <a:r>
              <a:rPr b="1" lang="en" sz="1200"/>
              <a:t>maintain network quality </a:t>
            </a:r>
            <a:r>
              <a:rPr lang="en" sz="1200"/>
              <a:t>and </a:t>
            </a:r>
            <a:r>
              <a:rPr b="1" lang="en" sz="1200"/>
              <a:t>reduce call drops.</a:t>
            </a:r>
            <a:r>
              <a:rPr lang="en" sz="1200"/>
              <a:t> Analyzing large volumes of logs manually to identify root causes is a </a:t>
            </a:r>
            <a:r>
              <a:rPr b="1" lang="en" sz="1200"/>
              <a:t>time-consuming</a:t>
            </a:r>
            <a:r>
              <a:rPr lang="en" sz="1200"/>
              <a:t> and </a:t>
            </a:r>
            <a:r>
              <a:rPr b="1" lang="en" sz="1200"/>
              <a:t>complex task</a:t>
            </a:r>
            <a:r>
              <a:rPr lang="en" sz="1200"/>
              <a:t> for engineers. </a:t>
            </a:r>
            <a:endParaRPr sz="13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33" name="Google Shape;333;p33"/>
          <p:cNvSpPr txBox="1"/>
          <p:nvPr>
            <p:ph type="title"/>
          </p:nvPr>
        </p:nvSpPr>
        <p:spPr>
          <a:xfrm>
            <a:off x="409950" y="2428825"/>
            <a:ext cx="3728100" cy="46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  What to do ?</a:t>
            </a:r>
            <a:endParaRPr sz="2200"/>
          </a:p>
        </p:txBody>
      </p:sp>
      <p:sp>
        <p:nvSpPr>
          <p:cNvPr id="334" name="Google Shape;334;p33"/>
          <p:cNvSpPr txBox="1"/>
          <p:nvPr/>
        </p:nvSpPr>
        <p:spPr>
          <a:xfrm>
            <a:off x="625950" y="3055975"/>
            <a:ext cx="4788300" cy="103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Retrieve </a:t>
            </a:r>
            <a:r>
              <a:rPr b="1" lang="en" sz="1200"/>
              <a:t>relevant network logs</a:t>
            </a:r>
            <a:r>
              <a:rPr lang="en" sz="1200"/>
              <a:t> from a database.	 	</a:t>
            </a:r>
            <a:endParaRPr sz="1200"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b="1" lang="en" sz="1200"/>
              <a:t>Automate</a:t>
            </a:r>
            <a:r>
              <a:rPr lang="en" sz="1200"/>
              <a:t> </a:t>
            </a:r>
            <a:r>
              <a:rPr b="1" lang="en" sz="1200"/>
              <a:t>call</a:t>
            </a:r>
            <a:r>
              <a:rPr lang="en" sz="1200"/>
              <a:t> </a:t>
            </a:r>
            <a:r>
              <a:rPr b="1" lang="en" sz="1200"/>
              <a:t>drop</a:t>
            </a:r>
            <a:r>
              <a:rPr lang="en" sz="1200"/>
              <a:t> root cause analysis	. 	</a:t>
            </a:r>
            <a:endParaRPr sz="1200"/>
          </a:p>
          <a:p>
            <a:pPr indent="-3048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Summarize findings in </a:t>
            </a:r>
            <a:r>
              <a:rPr b="1" lang="en" sz="1200"/>
              <a:t>human-readable language</a:t>
            </a:r>
            <a:r>
              <a:rPr lang="en" sz="1200"/>
              <a:t>.	 	</a:t>
            </a:r>
            <a:endParaRPr sz="1200"/>
          </a:p>
          <a:p>
            <a:pPr indent="-3048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Recommend </a:t>
            </a:r>
            <a:r>
              <a:rPr b="1" lang="en" sz="1200"/>
              <a:t>possible solutions</a:t>
            </a:r>
            <a:r>
              <a:rPr lang="en" sz="1200"/>
              <a:t> automatically.</a:t>
            </a:r>
            <a:endParaRPr sz="1200"/>
          </a:p>
        </p:txBody>
      </p:sp>
      <p:sp>
        <p:nvSpPr>
          <p:cNvPr id="335" name="Google Shape;335;p33"/>
          <p:cNvSpPr txBox="1"/>
          <p:nvPr/>
        </p:nvSpPr>
        <p:spPr>
          <a:xfrm>
            <a:off x="6531600" y="1657200"/>
            <a:ext cx="2252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Solution</a:t>
            </a:r>
            <a:endParaRPr b="1" sz="2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36" name="Google Shape;336;p33"/>
          <p:cNvSpPr txBox="1"/>
          <p:nvPr/>
        </p:nvSpPr>
        <p:spPr>
          <a:xfrm>
            <a:off x="7086750" y="2984355"/>
            <a:ext cx="1314900" cy="4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89775" lIns="89775" spcFirstLastPara="1" rIns="89775" wrap="square" tIns="8977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1178"/>
              </a:spcBef>
              <a:spcAft>
                <a:spcPts val="785"/>
              </a:spcAft>
              <a:buNone/>
            </a:pPr>
            <a:r>
              <a:t/>
            </a:r>
            <a:endParaRPr b="1" sz="1571"/>
          </a:p>
        </p:txBody>
      </p:sp>
      <p:sp>
        <p:nvSpPr>
          <p:cNvPr id="337" name="Google Shape;337;p33"/>
          <p:cNvSpPr txBox="1"/>
          <p:nvPr/>
        </p:nvSpPr>
        <p:spPr>
          <a:xfrm>
            <a:off x="6049200" y="2263400"/>
            <a:ext cx="300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RAG based </a:t>
            </a:r>
            <a:r>
              <a:rPr lang="en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AI Agents </a:t>
            </a:r>
            <a:endParaRPr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34"/>
          <p:cNvSpPr txBox="1"/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Methodology</a:t>
            </a:r>
            <a:endParaRPr/>
          </a:p>
        </p:txBody>
      </p:sp>
      <p:sp>
        <p:nvSpPr>
          <p:cNvPr id="343" name="Google Shape;343;p34"/>
          <p:cNvSpPr txBox="1"/>
          <p:nvPr>
            <p:ph idx="2" type="title"/>
          </p:nvPr>
        </p:nvSpPr>
        <p:spPr>
          <a:xfrm>
            <a:off x="618605" y="1322421"/>
            <a:ext cx="694800" cy="69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344" name="Google Shape;344;p34"/>
          <p:cNvSpPr txBox="1"/>
          <p:nvPr>
            <p:ph idx="3" type="title"/>
          </p:nvPr>
        </p:nvSpPr>
        <p:spPr>
          <a:xfrm>
            <a:off x="4175680" y="1322421"/>
            <a:ext cx="694800" cy="69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345" name="Google Shape;345;p34"/>
          <p:cNvSpPr txBox="1"/>
          <p:nvPr>
            <p:ph idx="4" type="title"/>
          </p:nvPr>
        </p:nvSpPr>
        <p:spPr>
          <a:xfrm>
            <a:off x="665868" y="2370504"/>
            <a:ext cx="694800" cy="69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346" name="Google Shape;346;p34"/>
          <p:cNvSpPr txBox="1"/>
          <p:nvPr>
            <p:ph idx="5" type="title"/>
          </p:nvPr>
        </p:nvSpPr>
        <p:spPr>
          <a:xfrm>
            <a:off x="4175668" y="2616804"/>
            <a:ext cx="694800" cy="69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05</a:t>
            </a:r>
            <a:endParaRPr/>
          </a:p>
        </p:txBody>
      </p:sp>
      <p:sp>
        <p:nvSpPr>
          <p:cNvPr id="347" name="Google Shape;347;p34"/>
          <p:cNvSpPr txBox="1"/>
          <p:nvPr>
            <p:ph idx="6" type="title"/>
          </p:nvPr>
        </p:nvSpPr>
        <p:spPr>
          <a:xfrm>
            <a:off x="665882" y="3614188"/>
            <a:ext cx="694800" cy="69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348" name="Google Shape;348;p34"/>
          <p:cNvSpPr txBox="1"/>
          <p:nvPr>
            <p:ph idx="1" type="subTitle"/>
          </p:nvPr>
        </p:nvSpPr>
        <p:spPr>
          <a:xfrm>
            <a:off x="1577625" y="1322425"/>
            <a:ext cx="2288100" cy="69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400"/>
              <a:t>Collection of </a:t>
            </a:r>
            <a:r>
              <a:rPr lang="en" sz="1400"/>
              <a:t>telcom logs</a:t>
            </a:r>
            <a:r>
              <a:rPr b="0" lang="en" sz="1400"/>
              <a:t> and </a:t>
            </a:r>
            <a:r>
              <a:rPr lang="en" sz="1400"/>
              <a:t>network performance data</a:t>
            </a:r>
            <a:endParaRPr sz="1400"/>
          </a:p>
        </p:txBody>
      </p:sp>
      <p:sp>
        <p:nvSpPr>
          <p:cNvPr id="349" name="Google Shape;349;p34"/>
          <p:cNvSpPr txBox="1"/>
          <p:nvPr>
            <p:ph idx="8" type="subTitle"/>
          </p:nvPr>
        </p:nvSpPr>
        <p:spPr>
          <a:xfrm>
            <a:off x="1577625" y="2370512"/>
            <a:ext cx="2288100" cy="69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400">
                <a:solidFill>
                  <a:srgbClr val="000000"/>
                </a:solidFill>
              </a:rPr>
              <a:t>Clean &amp; Store telecom logs in a </a:t>
            </a:r>
            <a:r>
              <a:rPr lang="en" sz="1400">
                <a:solidFill>
                  <a:srgbClr val="000000"/>
                </a:solidFill>
              </a:rPr>
              <a:t>structured</a:t>
            </a:r>
            <a:r>
              <a:rPr b="0" lang="en" sz="1400">
                <a:solidFill>
                  <a:srgbClr val="000000"/>
                </a:solidFill>
              </a:rPr>
              <a:t> </a:t>
            </a:r>
            <a:r>
              <a:rPr lang="en" sz="1400">
                <a:solidFill>
                  <a:srgbClr val="000000"/>
                </a:solidFill>
              </a:rPr>
              <a:t>database (SQL)</a:t>
            </a:r>
            <a:r>
              <a:rPr b="0" lang="en" sz="1400">
                <a:solidFill>
                  <a:srgbClr val="000000"/>
                </a:solidFill>
              </a:rPr>
              <a:t> for retrieval</a:t>
            </a:r>
            <a:endParaRPr sz="1400"/>
          </a:p>
        </p:txBody>
      </p:sp>
      <p:sp>
        <p:nvSpPr>
          <p:cNvPr id="350" name="Google Shape;350;p34"/>
          <p:cNvSpPr txBox="1"/>
          <p:nvPr>
            <p:ph idx="9" type="subTitle"/>
          </p:nvPr>
        </p:nvSpPr>
        <p:spPr>
          <a:xfrm>
            <a:off x="1628325" y="3679398"/>
            <a:ext cx="2288100" cy="69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0" lang="en" sz="1400">
                <a:solidFill>
                  <a:srgbClr val="000000"/>
                </a:solidFill>
              </a:rPr>
              <a:t>Convert</a:t>
            </a:r>
            <a:r>
              <a:rPr lang="en" sz="1400">
                <a:solidFill>
                  <a:srgbClr val="000000"/>
                </a:solidFill>
              </a:rPr>
              <a:t> network performance data</a:t>
            </a:r>
            <a:r>
              <a:rPr b="0" lang="en" sz="1400">
                <a:solidFill>
                  <a:srgbClr val="000000"/>
                </a:solidFill>
              </a:rPr>
              <a:t> into </a:t>
            </a:r>
            <a:r>
              <a:rPr lang="en" sz="1400">
                <a:solidFill>
                  <a:srgbClr val="000000"/>
                </a:solidFill>
              </a:rPr>
              <a:t>embeddings</a:t>
            </a:r>
            <a:r>
              <a:rPr b="0" lang="en" sz="1400">
                <a:solidFill>
                  <a:srgbClr val="000000"/>
                </a:solidFill>
              </a:rPr>
              <a:t> &amp; Store </a:t>
            </a:r>
            <a:r>
              <a:rPr lang="en" sz="1400">
                <a:solidFill>
                  <a:srgbClr val="000000"/>
                </a:solidFill>
              </a:rPr>
              <a:t>it</a:t>
            </a:r>
            <a:r>
              <a:rPr b="0" lang="en" sz="1400">
                <a:solidFill>
                  <a:srgbClr val="000000"/>
                </a:solidFill>
              </a:rPr>
              <a:t> in a </a:t>
            </a:r>
            <a:r>
              <a:rPr lang="en" sz="1400">
                <a:solidFill>
                  <a:srgbClr val="000000"/>
                </a:solidFill>
              </a:rPr>
              <a:t>vector</a:t>
            </a:r>
            <a:r>
              <a:rPr b="0" lang="en" sz="1400">
                <a:solidFill>
                  <a:srgbClr val="000000"/>
                </a:solidFill>
              </a:rPr>
              <a:t> </a:t>
            </a:r>
            <a:r>
              <a:rPr lang="en" sz="1400">
                <a:solidFill>
                  <a:srgbClr val="000000"/>
                </a:solidFill>
              </a:rPr>
              <a:t>database</a:t>
            </a:r>
            <a:r>
              <a:rPr b="0" lang="en" sz="1400">
                <a:solidFill>
                  <a:srgbClr val="000000"/>
                </a:solidFill>
              </a:rPr>
              <a:t> (</a:t>
            </a:r>
            <a:r>
              <a:rPr lang="en" sz="1400">
                <a:solidFill>
                  <a:srgbClr val="000000"/>
                </a:solidFill>
              </a:rPr>
              <a:t>ChromaDB</a:t>
            </a:r>
            <a:r>
              <a:rPr b="0" lang="en" sz="1400">
                <a:solidFill>
                  <a:srgbClr val="000000"/>
                </a:solidFill>
              </a:rPr>
              <a:t>).</a:t>
            </a:r>
            <a:endParaRPr b="0" sz="1400">
              <a:solidFill>
                <a:srgbClr val="000000"/>
              </a:solidFill>
            </a:endParaRPr>
          </a:p>
          <a:p>
            <a:pPr indent="0" lvl="0" marL="0" rtl="0" algn="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351" name="Google Shape;351;p34"/>
          <p:cNvSpPr txBox="1"/>
          <p:nvPr>
            <p:ph idx="13" type="subTitle"/>
          </p:nvPr>
        </p:nvSpPr>
        <p:spPr>
          <a:xfrm>
            <a:off x="5111625" y="1322425"/>
            <a:ext cx="3154200" cy="69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</a:rPr>
              <a:t>Build an AI Agent</a:t>
            </a:r>
            <a:r>
              <a:rPr b="0" lang="en" sz="1400">
                <a:solidFill>
                  <a:srgbClr val="000000"/>
                </a:solidFill>
              </a:rPr>
              <a:t> to connect with SQL and ChromaDB, validate </a:t>
            </a:r>
            <a:r>
              <a:rPr lang="en" sz="1400">
                <a:solidFill>
                  <a:srgbClr val="000000"/>
                </a:solidFill>
              </a:rPr>
              <a:t>query</a:t>
            </a:r>
            <a:r>
              <a:rPr b="0" lang="en" sz="1400">
                <a:solidFill>
                  <a:srgbClr val="000000"/>
                </a:solidFill>
              </a:rPr>
              <a:t> </a:t>
            </a:r>
            <a:r>
              <a:rPr lang="en" sz="1400">
                <a:solidFill>
                  <a:srgbClr val="000000"/>
                </a:solidFill>
              </a:rPr>
              <a:t>relevance</a:t>
            </a:r>
            <a:r>
              <a:rPr b="0" lang="en" sz="1400">
                <a:solidFill>
                  <a:srgbClr val="000000"/>
                </a:solidFill>
              </a:rPr>
              <a:t>, </a:t>
            </a:r>
            <a:r>
              <a:rPr lang="en" sz="1400">
                <a:solidFill>
                  <a:srgbClr val="000000"/>
                </a:solidFill>
              </a:rPr>
              <a:t>retrieve</a:t>
            </a:r>
            <a:r>
              <a:rPr b="0" lang="en" sz="1400">
                <a:solidFill>
                  <a:srgbClr val="000000"/>
                </a:solidFill>
              </a:rPr>
              <a:t> </a:t>
            </a:r>
            <a:r>
              <a:rPr lang="en" sz="1400">
                <a:solidFill>
                  <a:srgbClr val="000000"/>
                </a:solidFill>
              </a:rPr>
              <a:t>context</a:t>
            </a:r>
            <a:r>
              <a:rPr b="0" lang="en" sz="1400">
                <a:solidFill>
                  <a:srgbClr val="000000"/>
                </a:solidFill>
              </a:rPr>
              <a:t>, and generate </a:t>
            </a:r>
            <a:r>
              <a:rPr lang="en" sz="1400">
                <a:solidFill>
                  <a:srgbClr val="000000"/>
                </a:solidFill>
              </a:rPr>
              <a:t>intelligent</a:t>
            </a:r>
            <a:r>
              <a:rPr b="0" lang="en" sz="1400">
                <a:solidFill>
                  <a:srgbClr val="000000"/>
                </a:solidFill>
              </a:rPr>
              <a:t> </a:t>
            </a:r>
            <a:r>
              <a:rPr lang="en" sz="1400">
                <a:solidFill>
                  <a:srgbClr val="000000"/>
                </a:solidFill>
              </a:rPr>
              <a:t>responses</a:t>
            </a:r>
            <a:r>
              <a:rPr b="0" lang="en" sz="1400">
                <a:solidFill>
                  <a:srgbClr val="000000"/>
                </a:solidFill>
              </a:rPr>
              <a:t>.</a:t>
            </a:r>
            <a:endParaRPr sz="1400"/>
          </a:p>
        </p:txBody>
      </p:sp>
      <p:sp>
        <p:nvSpPr>
          <p:cNvPr id="352" name="Google Shape;352;p34"/>
          <p:cNvSpPr txBox="1"/>
          <p:nvPr>
            <p:ph idx="14" type="subTitle"/>
          </p:nvPr>
        </p:nvSpPr>
        <p:spPr>
          <a:xfrm>
            <a:off x="5111625" y="2593425"/>
            <a:ext cx="2915100" cy="69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</a:rPr>
              <a:t>Develop a User Interface</a:t>
            </a:r>
            <a:r>
              <a:rPr b="0" lang="en" sz="1400">
                <a:solidFill>
                  <a:srgbClr val="000000"/>
                </a:solidFill>
              </a:rPr>
              <a:t> for seamless interaction between </a:t>
            </a:r>
            <a:r>
              <a:rPr lang="en" sz="1400">
                <a:solidFill>
                  <a:srgbClr val="000000"/>
                </a:solidFill>
              </a:rPr>
              <a:t>users and the AI agent</a:t>
            </a:r>
            <a:r>
              <a:rPr b="0" lang="en" sz="1400">
                <a:solidFill>
                  <a:srgbClr val="000000"/>
                </a:solidFill>
              </a:rPr>
              <a:t>.</a:t>
            </a:r>
            <a:endParaRPr sz="14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35"/>
          <p:cNvSpPr txBox="1"/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Telecom Logs Dataset</a:t>
            </a:r>
            <a:endParaRPr sz="2600"/>
          </a:p>
        </p:txBody>
      </p:sp>
      <p:pic>
        <p:nvPicPr>
          <p:cNvPr id="358" name="Google Shape;358;p35"/>
          <p:cNvPicPr preferRelativeResize="0"/>
          <p:nvPr/>
        </p:nvPicPr>
        <p:blipFill rotWithShape="1">
          <a:blip r:embed="rId3">
            <a:alphaModFix/>
          </a:blip>
          <a:srcRect b="5589" l="0" r="507" t="0"/>
          <a:stretch/>
        </p:blipFill>
        <p:spPr>
          <a:xfrm>
            <a:off x="152400" y="1264600"/>
            <a:ext cx="8794399" cy="3009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36"/>
          <p:cNvSpPr txBox="1"/>
          <p:nvPr>
            <p:ph type="title"/>
          </p:nvPr>
        </p:nvSpPr>
        <p:spPr>
          <a:xfrm>
            <a:off x="480950" y="3294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Tools, Libraries, and Models Used</a:t>
            </a:r>
            <a:endParaRPr sz="2600"/>
          </a:p>
        </p:txBody>
      </p:sp>
      <p:graphicFrame>
        <p:nvGraphicFramePr>
          <p:cNvPr id="364" name="Google Shape;364;p36"/>
          <p:cNvGraphicFramePr/>
          <p:nvPr/>
        </p:nvGraphicFramePr>
        <p:xfrm>
          <a:off x="224175" y="9455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{7B982530-5461-4D72-900A-20B9BBE79E84}</a:tableStyleId>
              </a:tblPr>
              <a:tblGrid>
                <a:gridCol w="2672375"/>
                <a:gridCol w="4768375"/>
                <a:gridCol w="1168000"/>
              </a:tblGrid>
              <a:tr h="405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/>
                        <a:t>Tools,Libraries and Models</a:t>
                      </a:r>
                      <a:endParaRPr b="1"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Purpose in Project</a:t>
                      </a:r>
                      <a:endParaRPr b="1"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Free or Paid</a:t>
                      </a:r>
                      <a:endParaRPr b="1" sz="1200"/>
                    </a:p>
                  </a:txBody>
                  <a:tcPr marT="91425" marB="91425" marR="91425" marL="91425"/>
                </a:tc>
              </a:tr>
              <a:tr h="345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Python</a:t>
                      </a:r>
                      <a:endParaRPr b="1"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Core </a:t>
                      </a:r>
                      <a:r>
                        <a:rPr b="1" lang="en" sz="1000"/>
                        <a:t>programming language</a:t>
                      </a:r>
                      <a:r>
                        <a:rPr lang="en" sz="1000"/>
                        <a:t> used to develop the Project.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Free</a:t>
                      </a:r>
                      <a:endParaRPr sz="1000"/>
                    </a:p>
                  </a:txBody>
                  <a:tcPr marT="91425" marB="91425" marR="91425" marL="91425"/>
                </a:tc>
              </a:tr>
              <a:tr h="345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Pandas</a:t>
                      </a:r>
                      <a:endParaRPr b="1"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Used for </a:t>
                      </a:r>
                      <a:r>
                        <a:rPr b="1" lang="en" sz="1000"/>
                        <a:t>cleaning, preprocessing</a:t>
                      </a:r>
                      <a:r>
                        <a:rPr lang="en" sz="1000"/>
                        <a:t> raw telecom logs.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Free</a:t>
                      </a:r>
                      <a:endParaRPr sz="1000"/>
                    </a:p>
                  </a:txBody>
                  <a:tcPr marT="91425" marB="91425" marR="91425" marL="91425"/>
                </a:tc>
              </a:tr>
              <a:tr h="345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MySql Database</a:t>
                      </a:r>
                      <a:endParaRPr b="1"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Used to store </a:t>
                      </a:r>
                      <a:r>
                        <a:rPr b="1" lang="en" sz="1000"/>
                        <a:t>structured telecom logs</a:t>
                      </a:r>
                      <a:r>
                        <a:rPr lang="en" sz="1000"/>
                        <a:t> for efficient querying retrieval.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Free</a:t>
                      </a:r>
                      <a:endParaRPr sz="1000"/>
                    </a:p>
                  </a:txBody>
                  <a:tcPr marT="91425" marB="91425" marR="91425" marL="91425"/>
                </a:tc>
              </a:tr>
              <a:tr h="345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ChromaDB Database</a:t>
                      </a:r>
                      <a:endParaRPr b="1"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Vector database </a:t>
                      </a:r>
                      <a:r>
                        <a:rPr lang="en" sz="1000"/>
                        <a:t>used to store and retrieve embeddings.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Free</a:t>
                      </a:r>
                      <a:endParaRPr sz="1000"/>
                    </a:p>
                  </a:txBody>
                  <a:tcPr marT="91425" marB="91425" marR="91425" marL="91425"/>
                </a:tc>
              </a:tr>
              <a:tr h="510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Sentence Transformers (all-MiniLM-L6-v2)</a:t>
                      </a:r>
                      <a:endParaRPr b="1"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Used to generate </a:t>
                      </a:r>
                      <a:r>
                        <a:rPr b="1" lang="en" sz="1000"/>
                        <a:t>vector embeddings</a:t>
                      </a:r>
                      <a:r>
                        <a:rPr lang="en" sz="1000"/>
                        <a:t> for </a:t>
                      </a:r>
                      <a:r>
                        <a:rPr b="1" lang="en" sz="1000"/>
                        <a:t>telecom performance documents and user queries.</a:t>
                      </a:r>
                      <a:endParaRPr b="1"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Free</a:t>
                      </a:r>
                      <a:endParaRPr sz="1000"/>
                    </a:p>
                  </a:txBody>
                  <a:tcPr marT="91425" marB="91425" marR="91425" marL="91425"/>
                </a:tc>
              </a:tr>
              <a:tr h="510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Llama-3.3-70B-Versatile</a:t>
                      </a:r>
                      <a:endParaRPr b="1"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LLM</a:t>
                      </a:r>
                      <a:r>
                        <a:rPr lang="en" sz="1000"/>
                        <a:t> used for advanced reasoning,</a:t>
                      </a:r>
                      <a:r>
                        <a:rPr b="1" lang="en" sz="1000"/>
                        <a:t>sql generation</a:t>
                      </a:r>
                      <a:r>
                        <a:rPr lang="en" sz="1000"/>
                        <a:t>, network analysis, root-cause identification, and </a:t>
                      </a:r>
                      <a:r>
                        <a:rPr b="1" lang="en" sz="1000"/>
                        <a:t>response generation</a:t>
                      </a:r>
                      <a:r>
                        <a:rPr lang="en" sz="1000"/>
                        <a:t>.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Paid</a:t>
                      </a:r>
                      <a:endParaRPr sz="1000"/>
                    </a:p>
                  </a:txBody>
                  <a:tcPr marT="91425" marB="91425" marR="91425" marL="91425"/>
                </a:tc>
              </a:tr>
              <a:tr h="377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Llama-3.1-8B-Instant</a:t>
                      </a:r>
                      <a:endParaRPr b="1"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Lightweight LLM  </a:t>
                      </a:r>
                      <a:r>
                        <a:rPr lang="en" sz="1000"/>
                        <a:t>used by agents for </a:t>
                      </a:r>
                      <a:r>
                        <a:rPr b="1" lang="en" sz="1000"/>
                        <a:t>query classification</a:t>
                      </a:r>
                      <a:r>
                        <a:rPr lang="en" sz="1000"/>
                        <a:t>. 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Paid</a:t>
                      </a:r>
                      <a:endParaRPr sz="1000"/>
                    </a:p>
                  </a:txBody>
                  <a:tcPr marT="91425" marB="91425" marR="91425" marL="91425"/>
                </a:tc>
              </a:tr>
              <a:tr h="377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Groq API</a:t>
                      </a:r>
                      <a:endParaRPr b="1"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Provides </a:t>
                      </a:r>
                      <a:r>
                        <a:rPr b="1" lang="en" sz="1000"/>
                        <a:t>high-speed inference infrastructure </a:t>
                      </a:r>
                      <a:r>
                        <a:rPr lang="en" sz="1000"/>
                        <a:t>for running Llama models.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Paid</a:t>
                      </a:r>
                      <a:endParaRPr sz="1000"/>
                    </a:p>
                  </a:txBody>
                  <a:tcPr marT="91425" marB="91425" marR="91425" marL="91425"/>
                </a:tc>
              </a:tr>
              <a:tr h="377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Streamlit</a:t>
                      </a:r>
                      <a:endParaRPr b="1"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Used to build the </a:t>
                      </a:r>
                      <a:r>
                        <a:rPr b="1" lang="en" sz="1000"/>
                        <a:t>web-based user interface.</a:t>
                      </a:r>
                      <a:endParaRPr b="1"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Free</a:t>
                      </a:r>
                      <a:endParaRPr sz="10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37"/>
          <p:cNvSpPr txBox="1"/>
          <p:nvPr>
            <p:ph type="title"/>
          </p:nvPr>
        </p:nvSpPr>
        <p:spPr>
          <a:xfrm>
            <a:off x="695475" y="394600"/>
            <a:ext cx="3223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Workflow</a:t>
            </a:r>
            <a:endParaRPr/>
          </a:p>
        </p:txBody>
      </p:sp>
      <p:sp>
        <p:nvSpPr>
          <p:cNvPr id="370" name="Google Shape;370;p37"/>
          <p:cNvSpPr txBox="1"/>
          <p:nvPr/>
        </p:nvSpPr>
        <p:spPr>
          <a:xfrm flipH="1">
            <a:off x="1298525" y="1042125"/>
            <a:ext cx="1260600" cy="384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User Query</a:t>
            </a:r>
            <a:endParaRPr sz="1200">
              <a:solidFill>
                <a:srgbClr val="19191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371" name="Google Shape;371;p37"/>
          <p:cNvCxnSpPr>
            <a:stCxn id="370" idx="2"/>
          </p:cNvCxnSpPr>
          <p:nvPr/>
        </p:nvCxnSpPr>
        <p:spPr>
          <a:xfrm>
            <a:off x="1928825" y="1426125"/>
            <a:ext cx="0" cy="297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72" name="Google Shape;372;p37"/>
          <p:cNvSpPr txBox="1"/>
          <p:nvPr/>
        </p:nvSpPr>
        <p:spPr>
          <a:xfrm flipH="1">
            <a:off x="817050" y="1683088"/>
            <a:ext cx="2238600" cy="384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91919"/>
                </a:solidFill>
              </a:rPr>
              <a:t>Guardrail AI Agent (</a:t>
            </a:r>
            <a:r>
              <a:rPr b="1" lang="en" sz="1000"/>
              <a:t>Llama-3.1-8B-Instant</a:t>
            </a:r>
            <a:r>
              <a:rPr lang="en" sz="1000">
                <a:solidFill>
                  <a:srgbClr val="191919"/>
                </a:solidFill>
              </a:rPr>
              <a:t>)</a:t>
            </a:r>
            <a:endParaRPr sz="1000">
              <a:solidFill>
                <a:srgbClr val="191919"/>
              </a:solidFill>
            </a:endParaRPr>
          </a:p>
        </p:txBody>
      </p:sp>
      <p:sp>
        <p:nvSpPr>
          <p:cNvPr id="373" name="Google Shape;373;p37"/>
          <p:cNvSpPr txBox="1"/>
          <p:nvPr/>
        </p:nvSpPr>
        <p:spPr>
          <a:xfrm flipH="1">
            <a:off x="254550" y="4300425"/>
            <a:ext cx="1260600" cy="384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91919"/>
                </a:solidFill>
              </a:rPr>
              <a:t>Telecom Log Context</a:t>
            </a:r>
            <a:endParaRPr sz="1000">
              <a:solidFill>
                <a:srgbClr val="191919"/>
              </a:solidFill>
            </a:endParaRPr>
          </a:p>
        </p:txBody>
      </p:sp>
      <p:sp>
        <p:nvSpPr>
          <p:cNvPr id="374" name="Google Shape;374;p37"/>
          <p:cNvSpPr txBox="1"/>
          <p:nvPr/>
        </p:nvSpPr>
        <p:spPr>
          <a:xfrm flipH="1">
            <a:off x="254550" y="3754475"/>
            <a:ext cx="1260600" cy="297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91919"/>
                </a:solidFill>
              </a:rPr>
              <a:t>Execute SQL</a:t>
            </a:r>
            <a:endParaRPr sz="1000">
              <a:solidFill>
                <a:srgbClr val="191919"/>
              </a:solidFill>
            </a:endParaRPr>
          </a:p>
        </p:txBody>
      </p:sp>
      <p:sp>
        <p:nvSpPr>
          <p:cNvPr id="375" name="Google Shape;375;p37"/>
          <p:cNvSpPr txBox="1"/>
          <p:nvPr/>
        </p:nvSpPr>
        <p:spPr>
          <a:xfrm flipH="1">
            <a:off x="2093725" y="2623550"/>
            <a:ext cx="3415200" cy="504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91919"/>
                </a:solidFill>
              </a:rPr>
              <a:t>Vector Search in </a:t>
            </a:r>
            <a:r>
              <a:rPr b="1" lang="en" sz="1000">
                <a:solidFill>
                  <a:srgbClr val="191919"/>
                </a:solidFill>
              </a:rPr>
              <a:t>ChromaDB</a:t>
            </a:r>
            <a:r>
              <a:rPr lang="en" sz="1000">
                <a:solidFill>
                  <a:srgbClr val="191919"/>
                </a:solidFill>
              </a:rPr>
              <a:t> using </a:t>
            </a:r>
            <a:endParaRPr sz="1000">
              <a:solidFill>
                <a:srgbClr val="191919"/>
              </a:solidFill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chemeClr val="dk1"/>
                </a:solidFill>
                <a:highlight>
                  <a:schemeClr val="lt2"/>
                </a:highlight>
                <a:latin typeface="Courier New"/>
                <a:ea typeface="Courier New"/>
                <a:cs typeface="Courier New"/>
                <a:sym typeface="Courier New"/>
              </a:rPr>
              <a:t>sentence-transformers/all-MiniLM-L6-v2</a:t>
            </a:r>
            <a:endParaRPr b="1" sz="1000">
              <a:solidFill>
                <a:srgbClr val="191919"/>
              </a:solidFill>
            </a:endParaRPr>
          </a:p>
        </p:txBody>
      </p:sp>
      <p:sp>
        <p:nvSpPr>
          <p:cNvPr id="376" name="Google Shape;376;p37"/>
          <p:cNvSpPr txBox="1"/>
          <p:nvPr/>
        </p:nvSpPr>
        <p:spPr>
          <a:xfrm flipH="1">
            <a:off x="79650" y="2576925"/>
            <a:ext cx="1899900" cy="572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91919"/>
                </a:solidFill>
              </a:rPr>
              <a:t>Telecom SQL AI  Agent (</a:t>
            </a:r>
            <a:r>
              <a:rPr b="1" lang="en" sz="1050">
                <a:solidFill>
                  <a:srgbClr val="191919"/>
                </a:solidFill>
                <a:highlight>
                  <a:schemeClr val="lt2"/>
                </a:highlight>
                <a:latin typeface="Courier New"/>
                <a:ea typeface="Courier New"/>
                <a:cs typeface="Courier New"/>
                <a:sym typeface="Courier New"/>
              </a:rPr>
              <a:t>llama-3.3-70b-versatile</a:t>
            </a:r>
            <a:r>
              <a:rPr lang="en" sz="1000">
                <a:solidFill>
                  <a:srgbClr val="191919"/>
                </a:solidFill>
              </a:rPr>
              <a:t>)</a:t>
            </a:r>
            <a:endParaRPr sz="1000">
              <a:solidFill>
                <a:srgbClr val="191919"/>
              </a:solidFill>
            </a:endParaRPr>
          </a:p>
        </p:txBody>
      </p:sp>
      <p:cxnSp>
        <p:nvCxnSpPr>
          <p:cNvPr id="377" name="Google Shape;377;p37"/>
          <p:cNvCxnSpPr/>
          <p:nvPr/>
        </p:nvCxnSpPr>
        <p:spPr>
          <a:xfrm flipH="1" rot="10800000">
            <a:off x="883500" y="2348525"/>
            <a:ext cx="2075400" cy="4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8" name="Google Shape;378;p37"/>
          <p:cNvCxnSpPr/>
          <p:nvPr/>
        </p:nvCxnSpPr>
        <p:spPr>
          <a:xfrm flipH="1">
            <a:off x="1927025" y="2067088"/>
            <a:ext cx="3600" cy="289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79" name="Google Shape;379;p37"/>
          <p:cNvCxnSpPr/>
          <p:nvPr/>
        </p:nvCxnSpPr>
        <p:spPr>
          <a:xfrm flipH="1">
            <a:off x="883500" y="2348525"/>
            <a:ext cx="2700" cy="230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80" name="Google Shape;380;p37"/>
          <p:cNvCxnSpPr/>
          <p:nvPr/>
        </p:nvCxnSpPr>
        <p:spPr>
          <a:xfrm>
            <a:off x="2956250" y="2348525"/>
            <a:ext cx="14100" cy="273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81" name="Google Shape;381;p37"/>
          <p:cNvSpPr txBox="1"/>
          <p:nvPr/>
        </p:nvSpPr>
        <p:spPr>
          <a:xfrm>
            <a:off x="1979550" y="2067100"/>
            <a:ext cx="766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Relevant?</a:t>
            </a:r>
            <a:endParaRPr sz="1000"/>
          </a:p>
        </p:txBody>
      </p:sp>
      <p:cxnSp>
        <p:nvCxnSpPr>
          <p:cNvPr id="382" name="Google Shape;382;p37"/>
          <p:cNvCxnSpPr/>
          <p:nvPr/>
        </p:nvCxnSpPr>
        <p:spPr>
          <a:xfrm flipH="1">
            <a:off x="883500" y="3541238"/>
            <a:ext cx="2700" cy="230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83" name="Google Shape;383;p37"/>
          <p:cNvCxnSpPr/>
          <p:nvPr/>
        </p:nvCxnSpPr>
        <p:spPr>
          <a:xfrm flipH="1">
            <a:off x="883500" y="4060888"/>
            <a:ext cx="2700" cy="230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84" name="Google Shape;384;p37"/>
          <p:cNvSpPr txBox="1"/>
          <p:nvPr/>
        </p:nvSpPr>
        <p:spPr>
          <a:xfrm flipH="1">
            <a:off x="2131350" y="4310625"/>
            <a:ext cx="1773300" cy="504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Lead Analyst AI Agent</a:t>
            </a:r>
            <a:r>
              <a:rPr lang="en" sz="1100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1100">
              <a:solidFill>
                <a:srgbClr val="19191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91919"/>
                </a:solidFill>
              </a:rPr>
              <a:t>(</a:t>
            </a:r>
            <a:r>
              <a:rPr b="1" lang="en" sz="1050">
                <a:solidFill>
                  <a:srgbClr val="191919"/>
                </a:solidFill>
                <a:highlight>
                  <a:schemeClr val="lt2"/>
                </a:highlight>
                <a:latin typeface="Courier New"/>
                <a:ea typeface="Courier New"/>
                <a:cs typeface="Courier New"/>
                <a:sym typeface="Courier New"/>
              </a:rPr>
              <a:t>llama-3.3-70b-versatile</a:t>
            </a:r>
            <a:r>
              <a:rPr lang="en" sz="1000">
                <a:solidFill>
                  <a:srgbClr val="191919"/>
                </a:solidFill>
              </a:rPr>
              <a:t>)</a:t>
            </a:r>
            <a:endParaRPr sz="1100">
              <a:solidFill>
                <a:srgbClr val="19191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85" name="Google Shape;385;p37"/>
          <p:cNvSpPr txBox="1"/>
          <p:nvPr/>
        </p:nvSpPr>
        <p:spPr>
          <a:xfrm flipH="1">
            <a:off x="2370600" y="3398663"/>
            <a:ext cx="1294800" cy="504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91919"/>
                </a:solidFill>
              </a:rPr>
              <a:t>Network Performance data</a:t>
            </a:r>
            <a:r>
              <a:rPr lang="en" sz="1000">
                <a:solidFill>
                  <a:srgbClr val="191919"/>
                </a:solidFill>
              </a:rPr>
              <a:t> Context</a:t>
            </a:r>
            <a:endParaRPr sz="1000">
              <a:solidFill>
                <a:srgbClr val="191919"/>
              </a:solidFill>
            </a:endParaRPr>
          </a:p>
        </p:txBody>
      </p:sp>
      <p:cxnSp>
        <p:nvCxnSpPr>
          <p:cNvPr id="386" name="Google Shape;386;p37"/>
          <p:cNvCxnSpPr/>
          <p:nvPr/>
        </p:nvCxnSpPr>
        <p:spPr>
          <a:xfrm>
            <a:off x="2962950" y="3122325"/>
            <a:ext cx="600" cy="281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87" name="Google Shape;387;p37"/>
          <p:cNvCxnSpPr>
            <a:stCxn id="385" idx="2"/>
            <a:endCxn id="384" idx="0"/>
          </p:cNvCxnSpPr>
          <p:nvPr/>
        </p:nvCxnSpPr>
        <p:spPr>
          <a:xfrm>
            <a:off x="3018000" y="3903263"/>
            <a:ext cx="0" cy="407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88" name="Google Shape;388;p37"/>
          <p:cNvCxnSpPr>
            <a:stCxn id="373" idx="1"/>
            <a:endCxn id="384" idx="3"/>
          </p:cNvCxnSpPr>
          <p:nvPr/>
        </p:nvCxnSpPr>
        <p:spPr>
          <a:xfrm>
            <a:off x="1515150" y="4492425"/>
            <a:ext cx="616200" cy="705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389" name="Google Shape;389;p37"/>
          <p:cNvSpPr txBox="1"/>
          <p:nvPr/>
        </p:nvSpPr>
        <p:spPr>
          <a:xfrm flipH="1">
            <a:off x="4352250" y="4240125"/>
            <a:ext cx="1294800" cy="504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91919"/>
                </a:solidFill>
              </a:rPr>
              <a:t>Telecom </a:t>
            </a:r>
            <a:endParaRPr sz="1000">
              <a:solidFill>
                <a:srgbClr val="19191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91919"/>
                </a:solidFill>
              </a:rPr>
              <a:t>Report &amp; Insights </a:t>
            </a:r>
            <a:endParaRPr sz="1000">
              <a:solidFill>
                <a:srgbClr val="191919"/>
              </a:solidFill>
            </a:endParaRPr>
          </a:p>
        </p:txBody>
      </p:sp>
      <p:cxnSp>
        <p:nvCxnSpPr>
          <p:cNvPr id="390" name="Google Shape;390;p37"/>
          <p:cNvCxnSpPr>
            <a:endCxn id="389" idx="3"/>
          </p:cNvCxnSpPr>
          <p:nvPr/>
        </p:nvCxnSpPr>
        <p:spPr>
          <a:xfrm flipH="1" rot="10800000">
            <a:off x="3904650" y="4492425"/>
            <a:ext cx="447600" cy="6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91" name="Google Shape;391;p37"/>
          <p:cNvSpPr txBox="1"/>
          <p:nvPr/>
        </p:nvSpPr>
        <p:spPr>
          <a:xfrm>
            <a:off x="5592900" y="666750"/>
            <a:ext cx="3000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Techstack</a:t>
            </a:r>
            <a:endParaRPr b="1" sz="3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92" name="Google Shape;392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25725" y="1393625"/>
            <a:ext cx="1479398" cy="8321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93" name="Google Shape;393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736900" y="2497445"/>
            <a:ext cx="1106050" cy="1043804"/>
          </a:xfrm>
          <a:prstGeom prst="rect">
            <a:avLst/>
          </a:prstGeom>
          <a:noFill/>
          <a:ln>
            <a:noFill/>
          </a:ln>
        </p:spPr>
      </p:pic>
      <p:pic>
        <p:nvPicPr>
          <p:cNvPr id="394" name="Google Shape;394;p3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973900" y="3683700"/>
            <a:ext cx="1618574" cy="788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5" name="Google Shape;395;p3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973888" y="2563838"/>
            <a:ext cx="1389875" cy="781811"/>
          </a:xfrm>
          <a:prstGeom prst="rect">
            <a:avLst/>
          </a:prstGeom>
          <a:noFill/>
          <a:ln>
            <a:noFill/>
          </a:ln>
        </p:spPr>
      </p:pic>
      <p:pic>
        <p:nvPicPr>
          <p:cNvPr id="396" name="Google Shape;396;p3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783588" y="3683700"/>
            <a:ext cx="1012675" cy="1012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7" name="Google Shape;397;p37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453075" y="1423500"/>
            <a:ext cx="1389875" cy="6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398" name="Google Shape;398;p37"/>
          <p:cNvSpPr txBox="1"/>
          <p:nvPr/>
        </p:nvSpPr>
        <p:spPr>
          <a:xfrm flipH="1">
            <a:off x="457800" y="3307150"/>
            <a:ext cx="1143600" cy="289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91919"/>
                </a:solidFill>
              </a:rPr>
              <a:t>SQL Query</a:t>
            </a:r>
            <a:endParaRPr sz="1000">
              <a:solidFill>
                <a:srgbClr val="191919"/>
              </a:solidFill>
            </a:endParaRPr>
          </a:p>
        </p:txBody>
      </p:sp>
      <p:cxnSp>
        <p:nvCxnSpPr>
          <p:cNvPr id="399" name="Google Shape;399;p37"/>
          <p:cNvCxnSpPr>
            <a:stCxn id="376" idx="2"/>
            <a:endCxn id="398" idx="0"/>
          </p:cNvCxnSpPr>
          <p:nvPr/>
        </p:nvCxnSpPr>
        <p:spPr>
          <a:xfrm>
            <a:off x="1029600" y="3149625"/>
            <a:ext cx="0" cy="157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4" name="Google Shape;404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3175" y="260800"/>
            <a:ext cx="3112500" cy="4315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  <p:pic>
        <p:nvPicPr>
          <p:cNvPr id="405" name="Google Shape;405;p38"/>
          <p:cNvPicPr preferRelativeResize="0"/>
          <p:nvPr/>
        </p:nvPicPr>
        <p:blipFill rotWithShape="1">
          <a:blip r:embed="rId4">
            <a:alphaModFix/>
          </a:blip>
          <a:srcRect b="0" l="2799" r="0" t="735"/>
          <a:stretch/>
        </p:blipFill>
        <p:spPr>
          <a:xfrm>
            <a:off x="3319925" y="278050"/>
            <a:ext cx="3021000" cy="42807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  <p:pic>
        <p:nvPicPr>
          <p:cNvPr id="406" name="Google Shape;406;p38"/>
          <p:cNvPicPr preferRelativeResize="0"/>
          <p:nvPr/>
        </p:nvPicPr>
        <p:blipFill rotWithShape="1">
          <a:blip r:embed="rId5">
            <a:alphaModFix/>
          </a:blip>
          <a:srcRect b="-43431" l="0" r="0" t="0"/>
          <a:stretch/>
        </p:blipFill>
        <p:spPr>
          <a:xfrm>
            <a:off x="6425175" y="359450"/>
            <a:ext cx="2663100" cy="2341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39"/>
          <p:cNvSpPr txBox="1"/>
          <p:nvPr>
            <p:ph type="title"/>
          </p:nvPr>
        </p:nvSpPr>
        <p:spPr>
          <a:xfrm>
            <a:off x="695475" y="394600"/>
            <a:ext cx="3223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Challenges</a:t>
            </a:r>
            <a:endParaRPr/>
          </a:p>
        </p:txBody>
      </p:sp>
      <p:sp>
        <p:nvSpPr>
          <p:cNvPr id="412" name="Google Shape;412;p39"/>
          <p:cNvSpPr txBox="1"/>
          <p:nvPr/>
        </p:nvSpPr>
        <p:spPr>
          <a:xfrm>
            <a:off x="402900" y="1043175"/>
            <a:ext cx="8338200" cy="14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b="1" lang="en" sz="1200"/>
              <a:t>Data Quality Management:</a:t>
            </a:r>
            <a:r>
              <a:rPr lang="en" sz="1200"/>
              <a:t> Cleaning and preprocessing large volumes of noisy telecom network logs before analysis.</a:t>
            </a:r>
            <a:endParaRPr sz="1200"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b="1" lang="en" sz="1200"/>
              <a:t>Hybrid Data Retrieval:</a:t>
            </a:r>
            <a:r>
              <a:rPr lang="en" sz="1200"/>
              <a:t> Integrating SQL database queries with vector-based semantic search to retrieve relevant context efficiently.</a:t>
            </a:r>
            <a:endParaRPr sz="1200"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b="1" lang="en" sz="1200"/>
              <a:t>Accurate AI Analysis:</a:t>
            </a:r>
            <a:r>
              <a:rPr lang="en" sz="1200"/>
              <a:t> Ensuring reliable and context-aware responses from LLMs for telecom performance monitoring and troubleshooting.</a:t>
            </a:r>
            <a:endParaRPr sz="1200"/>
          </a:p>
        </p:txBody>
      </p:sp>
      <p:sp>
        <p:nvSpPr>
          <p:cNvPr id="413" name="Google Shape;413;p39"/>
          <p:cNvSpPr txBox="1"/>
          <p:nvPr>
            <p:ph type="title"/>
          </p:nvPr>
        </p:nvSpPr>
        <p:spPr>
          <a:xfrm>
            <a:off x="402900" y="2550650"/>
            <a:ext cx="3223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Cost</a:t>
            </a:r>
            <a:endParaRPr sz="2600"/>
          </a:p>
        </p:txBody>
      </p:sp>
      <p:sp>
        <p:nvSpPr>
          <p:cNvPr id="414" name="Google Shape;414;p39"/>
          <p:cNvSpPr txBox="1"/>
          <p:nvPr>
            <p:ph type="title"/>
          </p:nvPr>
        </p:nvSpPr>
        <p:spPr>
          <a:xfrm>
            <a:off x="4853725" y="2550650"/>
            <a:ext cx="3223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Time Spent </a:t>
            </a:r>
            <a:endParaRPr sz="2600"/>
          </a:p>
        </p:txBody>
      </p:sp>
      <p:sp>
        <p:nvSpPr>
          <p:cNvPr id="415" name="Google Shape;415;p39"/>
          <p:cNvSpPr txBox="1"/>
          <p:nvPr/>
        </p:nvSpPr>
        <p:spPr>
          <a:xfrm>
            <a:off x="4853725" y="3165800"/>
            <a:ext cx="3984300" cy="164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Data Collection:</a:t>
            </a:r>
            <a:r>
              <a:rPr lang="en" sz="1200"/>
              <a:t> 2 Hours</a:t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Data Cleaning &amp; Storage (SQL + ChromaDB):</a:t>
            </a:r>
            <a:r>
              <a:rPr lang="en" sz="1200"/>
              <a:t> 2 Hours</a:t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AI Agent &amp; Streamlit Interface Development:</a:t>
            </a:r>
            <a:r>
              <a:rPr lang="en" sz="1200"/>
              <a:t> 2 Hours</a:t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Testing and Validation:</a:t>
            </a:r>
            <a:r>
              <a:rPr lang="en" sz="1200"/>
              <a:t> 1 Hour</a:t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Presentation &amp; Documentation:</a:t>
            </a:r>
            <a:r>
              <a:rPr lang="en" sz="1200"/>
              <a:t> 2 Hours</a:t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Total Project Time:</a:t>
            </a:r>
            <a:r>
              <a:rPr lang="en" sz="1200"/>
              <a:t> </a:t>
            </a:r>
            <a:r>
              <a:rPr b="1" lang="en" sz="1200"/>
              <a:t>9 Hours</a:t>
            </a:r>
            <a:endParaRPr b="1" sz="1200"/>
          </a:p>
        </p:txBody>
      </p:sp>
      <p:sp>
        <p:nvSpPr>
          <p:cNvPr id="416" name="Google Shape;416;p39"/>
          <p:cNvSpPr txBox="1"/>
          <p:nvPr/>
        </p:nvSpPr>
        <p:spPr>
          <a:xfrm>
            <a:off x="470875" y="3165800"/>
            <a:ext cx="3629400" cy="10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Development Cost:</a:t>
            </a:r>
            <a:r>
              <a:rPr lang="en" sz="1200"/>
              <a:t> ₹0 (Used free/open-source tools and free API access during testing)</a:t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Running Cost:</a:t>
            </a:r>
            <a:r>
              <a:rPr lang="en" sz="1200"/>
              <a:t> Based on Groq API pricing</a:t>
            </a:r>
            <a:endParaRPr sz="12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Average Token Usage:</a:t>
            </a:r>
            <a:r>
              <a:rPr lang="en" sz="1200"/>
              <a:t> ~4,000 tokens per query</a:t>
            </a:r>
            <a:endParaRPr sz="12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40"/>
          <p:cNvSpPr txBox="1"/>
          <p:nvPr>
            <p:ph type="title"/>
          </p:nvPr>
        </p:nvSpPr>
        <p:spPr>
          <a:xfrm>
            <a:off x="623025" y="401850"/>
            <a:ext cx="8121000" cy="56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Environmental &amp; Sustainable Growth Factors</a:t>
            </a:r>
            <a:endParaRPr sz="2600"/>
          </a:p>
        </p:txBody>
      </p:sp>
      <p:sp>
        <p:nvSpPr>
          <p:cNvPr id="422" name="Google Shape;422;p40"/>
          <p:cNvSpPr txBox="1"/>
          <p:nvPr/>
        </p:nvSpPr>
        <p:spPr>
          <a:xfrm>
            <a:off x="362200" y="1021425"/>
            <a:ext cx="83166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b="1" lang="en" sz="1200"/>
              <a:t>Reduces Manual Monitoring Effort:</a:t>
            </a:r>
            <a:r>
              <a:rPr lang="en" sz="1200"/>
              <a:t> Automates telecom performance analysis, reducing operational overhead and resource consumption.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b="1" lang="en" sz="1200"/>
              <a:t>Efficient Resource Utilization:</a:t>
            </a:r>
            <a:r>
              <a:rPr lang="en" sz="1200"/>
              <a:t> Helps identify network inefficiencies, enabling optimized use of telecom infrastructure and energy.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b="1" lang="en" sz="1200"/>
              <a:t>Digital-First Solution:</a:t>
            </a:r>
            <a:r>
              <a:rPr lang="en" sz="1200"/>
              <a:t> Eliminates the need for paper-based reporting and supports sustainable digital operations.</a:t>
            </a:r>
            <a:endParaRPr sz="1200"/>
          </a:p>
        </p:txBody>
      </p:sp>
      <p:sp>
        <p:nvSpPr>
          <p:cNvPr id="423" name="Google Shape;423;p40"/>
          <p:cNvSpPr txBox="1"/>
          <p:nvPr/>
        </p:nvSpPr>
        <p:spPr>
          <a:xfrm>
            <a:off x="579550" y="2861525"/>
            <a:ext cx="3383100" cy="152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Gained experience in building </a:t>
            </a:r>
            <a:r>
              <a:rPr b="1" lang="en" sz="1100"/>
              <a:t>AI agent workflows</a:t>
            </a:r>
            <a:r>
              <a:rPr lang="en" sz="1100"/>
              <a:t> using LLMs.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Learned to integrate </a:t>
            </a:r>
            <a:r>
              <a:rPr b="1" lang="en" sz="1100"/>
              <a:t>SQL databases, vector databases, and RAG pipelines</a:t>
            </a:r>
            <a:r>
              <a:rPr lang="en" sz="1100"/>
              <a:t>.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Developed skills in </a:t>
            </a:r>
            <a:r>
              <a:rPr b="1" lang="en" sz="1100"/>
              <a:t>data preprocessing, embedding generation, and Streamlit application development</a:t>
            </a:r>
            <a:r>
              <a:rPr lang="en" sz="1100"/>
              <a:t>.</a:t>
            </a:r>
            <a:endParaRPr sz="1100"/>
          </a:p>
        </p:txBody>
      </p:sp>
      <p:sp>
        <p:nvSpPr>
          <p:cNvPr id="424" name="Google Shape;424;p40"/>
          <p:cNvSpPr txBox="1"/>
          <p:nvPr/>
        </p:nvSpPr>
        <p:spPr>
          <a:xfrm>
            <a:off x="771100" y="2260250"/>
            <a:ext cx="36189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Learning Objective</a:t>
            </a:r>
            <a:endParaRPr b="1" sz="2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25" name="Google Shape;425;p40"/>
          <p:cNvSpPr txBox="1"/>
          <p:nvPr/>
        </p:nvSpPr>
        <p:spPr>
          <a:xfrm>
            <a:off x="5201475" y="3013925"/>
            <a:ext cx="30000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Integrate </a:t>
            </a:r>
            <a:r>
              <a:rPr b="1" lang="en" sz="1200"/>
              <a:t>real-time telecom monitoring dashboards</a:t>
            </a:r>
            <a:r>
              <a:rPr lang="en" sz="1200"/>
              <a:t> .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Support </a:t>
            </a:r>
            <a:r>
              <a:rPr b="1" lang="en" sz="1200"/>
              <a:t>multi-modal inputs</a:t>
            </a:r>
            <a:r>
              <a:rPr lang="en" sz="1200"/>
              <a:t> such as logs, charts, and network diagrams.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Add </a:t>
            </a:r>
            <a:r>
              <a:rPr b="1" lang="en" sz="1200"/>
              <a:t>predictive analytics and anomaly detection</a:t>
            </a:r>
            <a:r>
              <a:rPr lang="en" sz="1200"/>
              <a:t> for proactive network issue identification.</a:t>
            </a:r>
            <a:endParaRPr sz="1200"/>
          </a:p>
        </p:txBody>
      </p:sp>
      <p:sp>
        <p:nvSpPr>
          <p:cNvPr id="426" name="Google Shape;426;p40"/>
          <p:cNvSpPr txBox="1"/>
          <p:nvPr/>
        </p:nvSpPr>
        <p:spPr>
          <a:xfrm>
            <a:off x="5353850" y="2428925"/>
            <a:ext cx="3000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Future Scope</a:t>
            </a:r>
            <a:endParaRPr b="1" sz="2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41"/>
          <p:cNvSpPr txBox="1"/>
          <p:nvPr>
            <p:ph type="title"/>
          </p:nvPr>
        </p:nvSpPr>
        <p:spPr>
          <a:xfrm>
            <a:off x="293225" y="640800"/>
            <a:ext cx="2766900" cy="609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</a:t>
            </a:r>
            <a:endParaRPr/>
          </a:p>
        </p:txBody>
      </p:sp>
      <p:sp>
        <p:nvSpPr>
          <p:cNvPr id="432" name="Google Shape;432;p41"/>
          <p:cNvSpPr txBox="1"/>
          <p:nvPr/>
        </p:nvSpPr>
        <p:spPr>
          <a:xfrm>
            <a:off x="216000" y="1249800"/>
            <a:ext cx="8532000" cy="107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300"/>
              <a:t>The</a:t>
            </a:r>
            <a:r>
              <a:rPr b="1" lang="en" sz="1300"/>
              <a:t> Telecom AI Agent</a:t>
            </a:r>
            <a:r>
              <a:rPr lang="en" sz="1300"/>
              <a:t> integrates </a:t>
            </a:r>
            <a:r>
              <a:rPr b="1" lang="en" sz="1300"/>
              <a:t>SQL-based log analysis and ChromaDB-powered semantic search</a:t>
            </a:r>
            <a:r>
              <a:rPr lang="en" sz="1300"/>
              <a:t> to provide intelligent insights from telecom network data. By combining </a:t>
            </a:r>
            <a:r>
              <a:rPr b="1" lang="en" sz="1300"/>
              <a:t>structured and unstructured information</a:t>
            </a:r>
            <a:r>
              <a:rPr lang="en" sz="1300"/>
              <a:t> with </a:t>
            </a:r>
            <a:r>
              <a:rPr b="1" lang="en" sz="1300"/>
              <a:t>Large Language Models</a:t>
            </a:r>
            <a:r>
              <a:rPr lang="en" sz="1300"/>
              <a:t>, the system enables efficient network issue analysis and automated report generation for NOC operations.</a:t>
            </a:r>
            <a:endParaRPr sz="1300"/>
          </a:p>
        </p:txBody>
      </p:sp>
      <p:sp>
        <p:nvSpPr>
          <p:cNvPr id="433" name="Google Shape;433;p41"/>
          <p:cNvSpPr txBox="1"/>
          <p:nvPr/>
        </p:nvSpPr>
        <p:spPr>
          <a:xfrm>
            <a:off x="293225" y="2442000"/>
            <a:ext cx="3000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REFERENCE</a:t>
            </a:r>
            <a:endParaRPr/>
          </a:p>
        </p:txBody>
      </p:sp>
      <p:sp>
        <p:nvSpPr>
          <p:cNvPr id="434" name="Google Shape;434;p41"/>
          <p:cNvSpPr txBox="1"/>
          <p:nvPr/>
        </p:nvSpPr>
        <p:spPr>
          <a:xfrm>
            <a:off x="176675" y="3088500"/>
            <a:ext cx="7304100" cy="10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Groq API Documentation</a:t>
            </a:r>
            <a:r>
              <a:rPr lang="en" sz="1200"/>
              <a:t> :</a:t>
            </a:r>
            <a:r>
              <a:rPr lang="en" sz="1200">
                <a:uFill>
                  <a:noFill/>
                </a:uFill>
                <a:hlinkClick r:id="rId3"/>
              </a:rPr>
              <a:t> </a:t>
            </a:r>
            <a:r>
              <a:rPr lang="en" sz="1200" u="sng">
                <a:solidFill>
                  <a:srgbClr val="4A86E8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https://console.groq.com/docs</a:t>
            </a:r>
            <a:endParaRPr sz="1200" u="sng">
              <a:solidFill>
                <a:srgbClr val="4A86E8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ChromaDB Documentation</a:t>
            </a:r>
            <a:r>
              <a:rPr lang="en" sz="1200"/>
              <a:t> :</a:t>
            </a:r>
            <a:r>
              <a:rPr lang="en" sz="1200">
                <a:uFill>
                  <a:noFill/>
                </a:uFill>
                <a:hlinkClick r:id="rId5"/>
              </a:rPr>
              <a:t> </a:t>
            </a:r>
            <a:r>
              <a:rPr lang="en" sz="1200" u="sng">
                <a:solidFill>
                  <a:srgbClr val="4A86E8"/>
                </a:solidFill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https://docs.trychroma.com</a:t>
            </a:r>
            <a:endParaRPr sz="1200" u="sng">
              <a:solidFill>
                <a:srgbClr val="4A86E8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MySQL Documentation</a:t>
            </a:r>
            <a:r>
              <a:rPr lang="en" sz="1200"/>
              <a:t> :</a:t>
            </a:r>
            <a:r>
              <a:rPr lang="en" sz="1200">
                <a:uFill>
                  <a:noFill/>
                </a:uFill>
                <a:hlinkClick r:id="rId7"/>
              </a:rPr>
              <a:t> </a:t>
            </a:r>
            <a:r>
              <a:rPr lang="en" sz="1200" u="sng">
                <a:solidFill>
                  <a:srgbClr val="4A86E8"/>
                </a:solidFill>
                <a:hlinkClick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https://dev.mysql.com/doc</a:t>
            </a:r>
            <a:endParaRPr sz="1200" u="sng">
              <a:solidFill>
                <a:srgbClr val="4A86E8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OpenAI. ChatGPT</a:t>
            </a:r>
            <a:r>
              <a:rPr lang="en" sz="1200"/>
              <a:t> :</a:t>
            </a:r>
            <a:r>
              <a:rPr lang="en" sz="1200">
                <a:uFill>
                  <a:noFill/>
                </a:uFill>
                <a:hlinkClick r:id="rId9"/>
              </a:rPr>
              <a:t> </a:t>
            </a:r>
            <a:r>
              <a:rPr lang="en" sz="1200" u="sng">
                <a:solidFill>
                  <a:srgbClr val="4A86E8"/>
                </a:solidFill>
                <a:hlinkClick r:id="rId10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https://chat.openai.com</a:t>
            </a:r>
            <a:endParaRPr sz="1200" u="sng">
              <a:solidFill>
                <a:srgbClr val="4A86E8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42"/>
          <p:cNvSpPr txBox="1"/>
          <p:nvPr>
            <p:ph type="title"/>
          </p:nvPr>
        </p:nvSpPr>
        <p:spPr>
          <a:xfrm>
            <a:off x="2476500" y="1872450"/>
            <a:ext cx="4191000" cy="104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Industrial Preliminary Project by Slidesgo">
  <a:themeElements>
    <a:clrScheme name="Simple Light">
      <a:dk1>
        <a:srgbClr val="202A41"/>
      </a:dk1>
      <a:lt1>
        <a:srgbClr val="FFFFFF"/>
      </a:lt1>
      <a:dk2>
        <a:srgbClr val="516988"/>
      </a:dk2>
      <a:lt2>
        <a:srgbClr val="D3E1F1"/>
      </a:lt2>
      <a:accent1>
        <a:srgbClr val="90ABCE"/>
      </a:accent1>
      <a:accent2>
        <a:srgbClr val="6E86A5"/>
      </a:accent2>
      <a:accent3>
        <a:srgbClr val="F5F4F3"/>
      </a:accent3>
      <a:accent4>
        <a:srgbClr val="FFFFFF"/>
      </a:accent4>
      <a:accent5>
        <a:srgbClr val="FFFFFF"/>
      </a:accent5>
      <a:accent6>
        <a:srgbClr val="FFFFFF"/>
      </a:accent6>
      <a:hlink>
        <a:srgbClr val="202A4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